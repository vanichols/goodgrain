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6" r:id="rId3"/>
    <p:sldId id="257" r:id="rId4"/>
    <p:sldId id="258" r:id="rId5"/>
    <p:sldId id="277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5" r:id="rId17"/>
    <p:sldId id="269" r:id="rId18"/>
    <p:sldId id="270" r:id="rId19"/>
    <p:sldId id="271" r:id="rId20"/>
    <p:sldId id="272" r:id="rId21"/>
    <p:sldId id="273" r:id="rId22"/>
    <p:sldId id="274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65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383947" y="718458"/>
            <a:ext cx="7393626" cy="12926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/>
            </a:pPr>
            <a:r>
              <a:rPr dirty="0"/>
              <a:t>GoodGrain Home Baking Evaluation</a:t>
            </a:r>
          </a:p>
          <a:p>
            <a:pPr algn="ctr">
              <a:defRPr sz="2400"/>
            </a:pPr>
            <a:r>
              <a:rPr dirty="0"/>
              <a:t>Informational </a:t>
            </a:r>
            <a:r>
              <a:rPr lang="en-US" dirty="0"/>
              <a:t>video</a:t>
            </a:r>
            <a:endParaRPr dirty="0"/>
          </a:p>
          <a:p>
            <a:pPr algn="ctr">
              <a:defRPr sz="1600"/>
            </a:pPr>
            <a:r>
              <a:rPr dirty="0"/>
              <a:t>Virginia Anne Nichols &amp; Claus Krogh Madsen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 descr="figure-1.png">
            <a:extLst>
              <a:ext uri="{FF2B5EF4-FFF2-40B4-BE49-F238E27FC236}">
                <a16:creationId xmlns:a16="http://schemas.microsoft.com/office/drawing/2014/main" id="{B813232E-3694-5842-2C17-AA9CFC711A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690" t="53023" r="5903" b="22742"/>
          <a:stretch>
            <a:fillRect/>
          </a:stretch>
        </p:blipFill>
        <p:spPr>
          <a:xfrm>
            <a:off x="4114796" y="2215471"/>
            <a:ext cx="4125686" cy="41169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260C6-AF0F-88C5-B0BC-68F1C4129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3EA85EF-E86B-9E0E-F015-E0526FC67051}"/>
              </a:ext>
            </a:extLst>
          </p:cNvPr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Introduction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0AB211-EFC4-7B87-FF7D-36BFEADB85A0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 descr="figure-1.png">
            <a:extLst>
              <a:ext uri="{FF2B5EF4-FFF2-40B4-BE49-F238E27FC236}">
                <a16:creationId xmlns:a16="http://schemas.microsoft.com/office/drawing/2014/main" id="{8831E572-24E7-851B-E503-91E60AE91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857" y="1140200"/>
            <a:ext cx="6675120" cy="5333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9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477254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rPr dirty="0"/>
              <a:t>You have expressed interest in conducting a home baking evaluation using a new perennial variety of rye.</a:t>
            </a:r>
          </a:p>
          <a:p>
            <a:pPr>
              <a:spcAft>
                <a:spcPts val="1200"/>
              </a:spcAft>
              <a:defRPr sz="2100"/>
            </a:pPr>
            <a:r>
              <a:rPr dirty="0"/>
              <a:t>Thank you for your interest!</a:t>
            </a:r>
          </a:p>
          <a:p>
            <a:pPr>
              <a:spcAft>
                <a:spcPts val="1200"/>
              </a:spcAft>
              <a:defRPr sz="2100"/>
            </a:pPr>
            <a:r>
              <a:rPr dirty="0"/>
              <a:t>This presentation provides more in-depth information about the new variety so you can decide whether you would like to participate.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What happens next?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rPr b="1" dirty="0"/>
              <a:t>Watch the Informational Video (in English)</a:t>
            </a:r>
            <a:r>
              <a:rPr dirty="0"/>
              <a:t> and/or read the Informational Sheet in English or Danish.</a:t>
            </a:r>
          </a:p>
          <a:p>
            <a:pPr>
              <a:spcAft>
                <a:spcPts val="1200"/>
              </a:spcAft>
              <a:defRPr sz="2100"/>
            </a:pPr>
            <a:r>
              <a:rPr dirty="0"/>
              <a:t>If you decide you would like to participate in the research, complete the intake form.</a:t>
            </a:r>
          </a:p>
          <a:p>
            <a:pPr>
              <a:spcAft>
                <a:spcPts val="1200"/>
              </a:spcAft>
              <a:defRPr sz="2100"/>
            </a:pPr>
            <a:r>
              <a:rPr dirty="0"/>
              <a:t>Attendance at the GoodGrain field event and symposium is optional and is not required for participation in the Home Baking Evaluation.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45A0E-532B-187A-82E8-E144501C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351185-1806-3660-B8F0-4FCD1D546330}"/>
              </a:ext>
            </a:extLst>
          </p:cNvPr>
          <p:cNvSpPr txBox="1"/>
          <p:nvPr/>
        </p:nvSpPr>
        <p:spPr>
          <a:xfrm>
            <a:off x="594360" y="320040"/>
            <a:ext cx="271651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lang="en-US" dirty="0"/>
              <a:t>Optional events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CAA353-A4ED-5BF4-C061-B20B0CC9AB5F}"/>
              </a:ext>
            </a:extLst>
          </p:cNvPr>
          <p:cNvSpPr txBox="1"/>
          <p:nvPr/>
        </p:nvSpPr>
        <p:spPr>
          <a:xfrm>
            <a:off x="731520" y="1234440"/>
            <a:ext cx="1078992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rPr lang="en-US" dirty="0"/>
              <a:t>Summer 2027: Public event where you can see perennial rye growing in the field</a:t>
            </a:r>
          </a:p>
          <a:p>
            <a:pPr>
              <a:spcAft>
                <a:spcPts val="1200"/>
              </a:spcAft>
              <a:defRPr sz="2100"/>
            </a:pPr>
            <a:r>
              <a:rPr lang="en-US"/>
              <a:t>Fall 2027: A </a:t>
            </a:r>
            <a:r>
              <a:rPr lang="en-US" dirty="0"/>
              <a:t>public symposium to share information about perennial rye</a:t>
            </a:r>
          </a:p>
          <a:p>
            <a:pPr>
              <a:spcAft>
                <a:spcPts val="1200"/>
              </a:spcAft>
              <a:defRPr sz="2100"/>
            </a:pPr>
            <a:r>
              <a:rPr lang="en-US" dirty="0"/>
              <a:t>Both are free and open to the public!</a:t>
            </a:r>
          </a:p>
          <a:p>
            <a:pPr>
              <a:spcAft>
                <a:spcPts val="1200"/>
              </a:spcAft>
              <a:defRPr sz="2100"/>
            </a:pPr>
            <a:r>
              <a:rPr dirty="0"/>
              <a:t>Attendance at the GoodGrain field event and symposium is </a:t>
            </a:r>
            <a:r>
              <a:rPr b="1" i="1" dirty="0"/>
              <a:t>optional</a:t>
            </a:r>
            <a:r>
              <a:rPr dirty="0"/>
              <a:t> and is not required for participation in the Home Baking Evaluation.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CE7918-B1E7-58A8-C3B5-AE044EC2C291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  <p:extLst>
      <p:ext uri="{BB962C8B-B14F-4D97-AF65-F5344CB8AC3E}">
        <p14:creationId xmlns:p14="http://schemas.microsoft.com/office/powerpoint/2010/main" val="183905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 overview of the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Common bread crops such as wheat, oats, rye and barley are annuals: they are sown, produce one grain harvest, and must then be sown again.</a:t>
            </a:r>
          </a:p>
          <a:p>
            <a:pPr>
              <a:spcAft>
                <a:spcPts val="1200"/>
              </a:spcAft>
              <a:defRPr sz="1900"/>
            </a:pPr>
            <a:r>
              <a:t>A crop producing two or three grain harvests from one sowing could save farmers work and tractor driving.</a:t>
            </a:r>
          </a:p>
          <a:p>
            <a:pPr>
              <a:spcAft>
                <a:spcPts val="1200"/>
              </a:spcAft>
              <a:defRPr sz="1900"/>
            </a:pPr>
            <a:r>
              <a:t>Remaining in the field and developing more roots may also create better environmental outcomes.</a:t>
            </a:r>
          </a:p>
          <a:p>
            <a:pPr>
              <a:spcAft>
                <a:spcPts val="1200"/>
              </a:spcAft>
              <a:defRPr sz="1900"/>
            </a:pPr>
            <a:r>
              <a:t>A few perennial grain varieties have recently been developed, including a perennial rye that is being tested in Denmark.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Why GoodGrain?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Field testing is evaluating how the new perennial rye grows in Denmark and how it affects the environment compared with annual rye.</a:t>
            </a:r>
          </a:p>
          <a:p>
            <a:pPr>
              <a:spcAft>
                <a:spcPts val="1200"/>
              </a:spcAft>
              <a:defRPr sz="2000"/>
            </a:pPr>
            <a:r>
              <a:t>GoodGrain builds on this knowledge by looking specifically at the new perennial rye's grain characteristics.</a:t>
            </a:r>
          </a:p>
          <a:p>
            <a:pPr>
              <a:spcAft>
                <a:spcPts val="1200"/>
              </a:spcAft>
              <a:defRPr sz="2000"/>
            </a:pPr>
            <a:r>
              <a:t>One important characteristic is baking quality.</a:t>
            </a:r>
          </a:p>
          <a:p>
            <a:pPr>
              <a:spcAft>
                <a:spcPts val="1200"/>
              </a:spcAft>
              <a:defRPr sz="2000"/>
            </a:pPr>
            <a:r>
              <a:t>The project also wants to engage with communities in this research.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What does participating involve?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You will receive approximately 1 kg of rye flour from the new perennial variety.</a:t>
            </a:r>
          </a:p>
          <a:p>
            <a:pPr>
              <a:spcAft>
                <a:spcPts val="1200"/>
              </a:spcAft>
              <a:defRPr sz="2000"/>
            </a:pPr>
            <a:r>
              <a:t>You will purchase any additional ingredients needed for your baking.</a:t>
            </a:r>
          </a:p>
          <a:p>
            <a:pPr>
              <a:spcAft>
                <a:spcPts val="1200"/>
              </a:spcAft>
              <a:defRPr sz="2000"/>
            </a:pPr>
            <a:r>
              <a:t>You will take notes during baking and use them to complete a follow-up survey.</a:t>
            </a:r>
          </a:p>
          <a:p>
            <a:pPr>
              <a:spcAft>
                <a:spcPts val="1200"/>
              </a:spcAft>
              <a:defRPr sz="2000"/>
            </a:pPr>
            <a:r>
              <a:t>After completing the survey, you will receive a small thank-you gift.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GoodGrain events in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Summer 2027: an event where you can see the perennial rye growing in a field test plot in Jutland.</a:t>
            </a:r>
          </a:p>
          <a:p>
            <a:pPr>
              <a:spcAft>
                <a:spcPts val="1200"/>
              </a:spcAft>
              <a:defRPr sz="1900"/>
            </a:pPr>
            <a:r>
              <a:t>Fall 2027: a public symposium in Copenhagen sharing current knowledge about perennial rye.</a:t>
            </a:r>
          </a:p>
          <a:p>
            <a:pPr>
              <a:spcAft>
                <a:spcPts val="1200"/>
              </a:spcAft>
              <a:defRPr sz="1900"/>
            </a:pPr>
            <a:r>
              <a:t>The symposium will bring together people across the value chain: researchers, breeders, farmers, millers, bakers and bread eaters.</a:t>
            </a:r>
          </a:p>
          <a:p>
            <a:pPr>
              <a:spcAft>
                <a:spcPts val="1200"/>
              </a:spcAft>
              <a:defRPr sz="1900"/>
            </a:pPr>
            <a:r>
              <a:t>Both events are free and open to the public, and attendance is optional.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Funding and project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This citizen science project is part of an NNF Plant2Food research project (Grant #NNF22SA0081019).</a:t>
            </a:r>
          </a:p>
          <a:p>
            <a:pPr>
              <a:spcAft>
                <a:spcPts val="1200"/>
              </a:spcAft>
              <a:defRPr sz="1900"/>
            </a:pPr>
            <a:r>
              <a:t>Aarhus University: Department of Agroecology and Department of Food Science.</a:t>
            </a:r>
          </a:p>
          <a:p>
            <a:pPr>
              <a:spcAft>
                <a:spcPts val="1200"/>
              </a:spcAft>
              <a:defRPr sz="1900"/>
            </a:pPr>
            <a:r>
              <a:t>Wageningen University and Research, Netherlands.</a:t>
            </a:r>
          </a:p>
          <a:p>
            <a:pPr>
              <a:spcAft>
                <a:spcPts val="1200"/>
              </a:spcAft>
              <a:defRPr sz="1900"/>
            </a:pPr>
            <a:r>
              <a:t>Meyers, a Danish food enterprise.</a:t>
            </a:r>
          </a:p>
          <a:p>
            <a:pPr>
              <a:spcAft>
                <a:spcPts val="1200"/>
              </a:spcAft>
              <a:defRPr sz="1900"/>
            </a:pPr>
            <a:r>
              <a:t>More information: projects.au.dk/plant2food/funded-projects/goodgrain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Is it safe to eat?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t>Yes.</a:t>
            </a:r>
          </a:p>
          <a:p>
            <a:pPr>
              <a:spcAft>
                <a:spcPts val="1200"/>
              </a:spcAft>
              <a:defRPr sz="2100"/>
            </a:pPr>
            <a:r>
              <a:t>The grain used to make the flour you will receive was tested at an independent laboratory to ensure it is safe for human consumption.</a:t>
            </a:r>
          </a:p>
          <a:p>
            <a:pPr>
              <a:spcAft>
                <a:spcPts val="1200"/>
              </a:spcAft>
              <a:defRPr sz="2100"/>
            </a:pPr>
            <a:r>
              <a:t>The laboratory results are available in the GoodGrain Lab Results PDF.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Is the perennial rye genetically modified?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No.</a:t>
            </a:r>
          </a:p>
          <a:p>
            <a:pPr>
              <a:spcAft>
                <a:spcPts val="1200"/>
              </a:spcAft>
              <a:defRPr sz="2000"/>
            </a:pPr>
            <a:r>
              <a:t>This variety was developed using traditional breeding methods.</a:t>
            </a:r>
          </a:p>
          <a:p>
            <a:pPr>
              <a:spcAft>
                <a:spcPts val="1200"/>
              </a:spcAft>
              <a:defRPr sz="2000"/>
            </a:pPr>
            <a:r>
              <a:t>Plants were crossed by hand, followed by selection based on their physical characteristics.</a:t>
            </a:r>
          </a:p>
          <a:p>
            <a:pPr>
              <a:spcAft>
                <a:spcPts val="1200"/>
              </a:spcAft>
              <a:defRPr sz="2000"/>
            </a:pPr>
            <a:r>
              <a:t>The original QMD links to a scientific publication from 1986 for more information.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Is this grain organic?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t>No.</a:t>
            </a:r>
          </a:p>
          <a:p>
            <a:pPr>
              <a:spcAft>
                <a:spcPts val="1200"/>
              </a:spcAft>
              <a:defRPr sz="2100"/>
            </a:pPr>
            <a:r>
              <a:t>Aarhus University does not have organically certified land because of the costs and additional administrative complexity.</a:t>
            </a:r>
          </a:p>
          <a:p>
            <a:pPr>
              <a:spcAft>
                <a:spcPts val="1200"/>
              </a:spcAft>
              <a:defRPr sz="2100"/>
            </a:pPr>
            <a:r>
              <a:t>However, this grain was grown without the use of pesticides.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 I buy this flour?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t>Flour from this perennial rye variety is not currently available commercially.</a:t>
            </a:r>
          </a:p>
          <a:p>
            <a:pPr>
              <a:spcAft>
                <a:spcPts val="1200"/>
              </a:spcAft>
              <a:defRPr sz="2100"/>
            </a:pPr>
            <a:r>
              <a:t>The project is laying the groundwork for a potential commercial release.</a:t>
            </a:r>
          </a:p>
          <a:p>
            <a:pPr>
              <a:spcAft>
                <a:spcPts val="1200"/>
              </a:spcAft>
              <a:defRPr sz="2100"/>
            </a:pPr>
            <a:r>
              <a:t>Your help with the home baking evaluation is appreciated!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For the curious: perennial vs. annual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Perennial plants live for more than one year; annual plants do not.</a:t>
            </a:r>
          </a:p>
          <a:p>
            <a:pPr>
              <a:spcAft>
                <a:spcPts val="1200"/>
              </a:spcAft>
              <a:defRPr sz="1900"/>
            </a:pPr>
            <a:r>
              <a:t>Perennials are very common in nature: trees, shrubs and many grasses are examples.</a:t>
            </a:r>
          </a:p>
          <a:p>
            <a:pPr>
              <a:spcAft>
                <a:spcPts val="1200"/>
              </a:spcAft>
              <a:defRPr sz="1900"/>
            </a:pPr>
            <a:r>
              <a:t>Many kitchen-garden crops are annuals and must be replanted every year.</a:t>
            </a:r>
          </a:p>
          <a:p>
            <a:pPr>
              <a:spcAft>
                <a:spcPts val="1200"/>
              </a:spcAft>
              <a:defRPr sz="1900"/>
            </a:pPr>
            <a:r>
              <a:t>This pattern—perennials in nature, annuals in agriculture—is seen globally.</a:t>
            </a:r>
          </a:p>
          <a:p>
            <a:pPr>
              <a:spcAft>
                <a:spcPts val="1200"/>
              </a:spcAft>
              <a:defRPr sz="1900"/>
            </a:pPr>
            <a:r>
              <a:t>Many of the crops we use most, and plant on the most land, are annuals.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9AA6AC-80CE-80A0-0293-1C0E8D2AAF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6782" y="789872"/>
            <a:ext cx="5297435" cy="2721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4472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Why might perennial crops be useful?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It is not yet clear whether annual plants are inherently superior for food production or whether humans simply happened to domesticate them.</a:t>
            </a:r>
          </a:p>
          <a:p>
            <a:pPr>
              <a:spcAft>
                <a:spcPts val="1200"/>
              </a:spcAft>
              <a:defRPr sz="1800"/>
            </a:pPr>
            <a:r>
              <a:t>Having more perennials integrated into agricultural land would offer environmental benefits.</a:t>
            </a:r>
          </a:p>
          <a:p>
            <a:pPr>
              <a:spcAft>
                <a:spcPts val="1200"/>
              </a:spcAft>
              <a:defRPr sz="1800"/>
            </a:pPr>
            <a:r>
              <a:t>Perennials can help put carbon into the soil.</a:t>
            </a:r>
          </a:p>
          <a:p>
            <a:pPr>
              <a:spcAft>
                <a:spcPts val="1200"/>
              </a:spcAft>
              <a:defRPr sz="1800"/>
            </a:pPr>
            <a:r>
              <a:t>They provide soil cover year-round.</a:t>
            </a:r>
          </a:p>
          <a:p>
            <a:pPr>
              <a:spcAft>
                <a:spcPts val="1200"/>
              </a:spcAft>
              <a:defRPr sz="1800"/>
            </a:pPr>
            <a:r>
              <a:t>They can use resources such as water and nitrogen more efficiently.</a:t>
            </a:r>
          </a:p>
          <a:p>
            <a:pPr>
              <a:spcAft>
                <a:spcPts val="1200"/>
              </a:spcAft>
              <a:defRPr sz="1800"/>
            </a:pPr>
            <a:r>
              <a:t>Creating perennial versions of staple crops, such as rye, is one way to integrate more perennials into agriculture.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The history of this perennial rye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There have been efforts to breed perennial wheat since the 1930s.</a:t>
            </a:r>
          </a:p>
          <a:p>
            <a:pPr>
              <a:spcAft>
                <a:spcPts val="1200"/>
              </a:spcAft>
              <a:defRPr sz="1900"/>
            </a:pPr>
            <a:r>
              <a:t>At the University of Hohenheim in Germany, Dr. Reimann-Philips and his team crossed annual rye with an old perennial rye ancestor in the 1960s.</a:t>
            </a:r>
          </a:p>
          <a:p>
            <a:pPr>
              <a:spcAft>
                <a:spcPts val="1200"/>
              </a:spcAft>
              <a:defRPr sz="1900"/>
            </a:pPr>
            <a:r>
              <a:t>They tested the resulting plants and made further selections.</a:t>
            </a:r>
          </a:p>
          <a:p>
            <a:pPr>
              <a:spcAft>
                <a:spcPts val="1200"/>
              </a:spcAft>
              <a:defRPr sz="1900"/>
            </a:pPr>
            <a:r>
              <a:t>The resulting crop was perennial and, in the 1990s, was submitted for consideration as a variety in Germany.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AF7D3C-81AA-7D35-390A-65E79C780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6782" y="1953765"/>
            <a:ext cx="5678436" cy="295047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What happened to the crop?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The German government rejected the application, and the crop was never released as a variety.</a:t>
            </a:r>
          </a:p>
          <a:p>
            <a:pPr>
              <a:spcAft>
                <a:spcPts val="1200"/>
              </a:spcAft>
              <a:defRPr sz="1900"/>
            </a:pPr>
            <a:r>
              <a:t>The breeders maintained some plots as a passion project.</a:t>
            </a:r>
          </a:p>
          <a:p>
            <a:pPr>
              <a:spcAft>
                <a:spcPts val="1200"/>
              </a:spcAft>
              <a:defRPr sz="1900"/>
            </a:pPr>
            <a:r>
              <a:t>Some material was later released as a wildlife forage crop.</a:t>
            </a:r>
          </a:p>
          <a:p>
            <a:pPr>
              <a:spcAft>
                <a:spcPts val="1200"/>
              </a:spcAft>
              <a:defRPr sz="1900"/>
            </a:pPr>
            <a:r>
              <a:t>The perennial rye received little attention for about thirty years.</a:t>
            </a:r>
          </a:p>
          <a:p>
            <a:pPr>
              <a:spcAft>
                <a:spcPts val="1200"/>
              </a:spcAft>
              <a:defRPr sz="1900"/>
            </a:pPr>
            <a:r>
              <a:t>In 2023, Dr. Thomas Miedaner shared seeds with researchers at Aarhus University.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Why are we interested now?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The researchers at Aarhus University think perennial rye has a lot of potential in Denmark.</a:t>
            </a:r>
          </a:p>
          <a:p>
            <a:pPr>
              <a:spcAft>
                <a:spcPts val="1200"/>
              </a:spcAft>
              <a:defRPr sz="1900"/>
            </a:pPr>
            <a:r>
              <a:t>In 2025, the perennial rye was tested side-by-side with a high-yielding annual rye.</a:t>
            </a:r>
          </a:p>
          <a:p>
            <a:pPr>
              <a:spcAft>
                <a:spcPts val="1200"/>
              </a:spcAft>
              <a:defRPr sz="1900"/>
            </a:pPr>
            <a:r>
              <a:t>It produced about half the grain yield of the modern annual rye.</a:t>
            </a:r>
          </a:p>
          <a:p>
            <a:pPr>
              <a:spcAft>
                <a:spcPts val="1200"/>
              </a:spcAft>
              <a:defRPr sz="1900"/>
            </a:pPr>
            <a:r>
              <a:t>The result was especially promising given that the perennial rye was crossed with varieties from the 1960s.</a:t>
            </a:r>
          </a:p>
          <a:p>
            <a:pPr>
              <a:spcAft>
                <a:spcPts val="1200"/>
              </a:spcAft>
              <a:defRPr sz="1900"/>
            </a:pPr>
            <a:r>
              <a:t>GoodGrain is part of the effort to develop and understand this variety.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How long will the crop produce grain?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t>This has not yet been tested extensively.</a:t>
            </a:r>
          </a:p>
          <a:p>
            <a:pPr>
              <a:spcAft>
                <a:spcPts val="1200"/>
              </a:spcAft>
              <a:defRPr sz="2100"/>
            </a:pPr>
            <a:r>
              <a:t>The perennial rye appears to reliably produce grain for at least two years.</a:t>
            </a:r>
          </a:p>
          <a:p>
            <a:pPr>
              <a:spcAft>
                <a:spcPts val="1200"/>
              </a:spcAft>
              <a:defRPr sz="2100"/>
            </a:pPr>
            <a:r>
              <a:t>After that, weeds and diseases may become problems.</a:t>
            </a:r>
          </a:p>
          <a:p>
            <a:pPr>
              <a:spcAft>
                <a:spcPts val="1200"/>
              </a:spcAft>
              <a:defRPr sz="2100"/>
            </a:pPr>
            <a:r>
              <a:t>More research is needed to determine the optimal way to manage the crop.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t>Thank you for considering participation in the GoodGrain Home Baking Evaluation.</a:t>
            </a:r>
          </a:p>
          <a:p>
            <a:pPr>
              <a:spcAft>
                <a:spcPts val="1200"/>
              </a:spcAft>
              <a:defRPr sz="2100"/>
            </a:pPr>
            <a:r>
              <a:t>Your baking experience will help us understand how this perennial rye performs in home kitchens and how people feel about eating a perennial grain.</a:t>
            </a:r>
          </a:p>
          <a:p>
            <a:pPr>
              <a:spcAft>
                <a:spcPts val="1200"/>
              </a:spcAft>
              <a:defRPr sz="2100"/>
            </a:pPr>
            <a:r>
              <a:t>GoodGrain project: projects.au.dk/plant2food/funded-projects/goodgrain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1294</Words>
  <Application>Microsoft Office PowerPoint</Application>
  <PresentationFormat>Widescreen</PresentationFormat>
  <Paragraphs>120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Virginia Anne Nichols</dc:creator>
  <cp:keywords/>
  <dc:description>generated using python-pptx</dc:description>
  <cp:lastModifiedBy>Virginia Anne Nichols</cp:lastModifiedBy>
  <cp:revision>3</cp:revision>
  <dcterms:created xsi:type="dcterms:W3CDTF">2013-01-27T09:14:16Z</dcterms:created>
  <dcterms:modified xsi:type="dcterms:W3CDTF">2026-10-04T15:48:30Z</dcterms:modified>
  <cp:category/>
</cp:coreProperties>
</file>