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05" r:id="rId4"/>
    <p:sldId id="275" r:id="rId5"/>
    <p:sldId id="278" r:id="rId6"/>
    <p:sldId id="279" r:id="rId7"/>
    <p:sldId id="281" r:id="rId8"/>
    <p:sldId id="280" r:id="rId9"/>
    <p:sldId id="292" r:id="rId10"/>
    <p:sldId id="269" r:id="rId11"/>
    <p:sldId id="291" r:id="rId12"/>
    <p:sldId id="297" r:id="rId13"/>
    <p:sldId id="295" r:id="rId14"/>
    <p:sldId id="298" r:id="rId15"/>
    <p:sldId id="296" r:id="rId16"/>
    <p:sldId id="299" r:id="rId17"/>
    <p:sldId id="293" r:id="rId18"/>
    <p:sldId id="282" r:id="rId19"/>
    <p:sldId id="300" r:id="rId20"/>
    <p:sldId id="301" r:id="rId21"/>
    <p:sldId id="303" r:id="rId22"/>
    <p:sldId id="304" r:id="rId23"/>
    <p:sldId id="263" r:id="rId24"/>
    <p:sldId id="30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6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EB624-A86E-4EA8-9FCC-C3996BEA78D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E655C-2262-4F1E-9692-546784D8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5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.png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image" Target="../media/image9.png"/><Relationship Id="rId138" Type="http://schemas.openxmlformats.org/officeDocument/2006/relationships/image" Target="../media/image63.png"/><Relationship Id="rId107" Type="http://schemas.openxmlformats.org/officeDocument/2006/relationships/image" Target="../media/image32.png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image" Target="../media/image53.png"/><Relationship Id="rId149" Type="http://schemas.openxmlformats.org/officeDocument/2006/relationships/image" Target="../media/image74.png"/><Relationship Id="rId5" Type="http://schemas.openxmlformats.org/officeDocument/2006/relationships/tags" Target="../tags/tag5.xml"/><Relationship Id="rId95" Type="http://schemas.openxmlformats.org/officeDocument/2006/relationships/image" Target="../media/image20.png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image" Target="../media/image38.png"/><Relationship Id="rId118" Type="http://schemas.openxmlformats.org/officeDocument/2006/relationships/image" Target="../media/image43.png"/><Relationship Id="rId134" Type="http://schemas.openxmlformats.org/officeDocument/2006/relationships/image" Target="../media/image59.png"/><Relationship Id="rId139" Type="http://schemas.openxmlformats.org/officeDocument/2006/relationships/image" Target="../media/image64.png"/><Relationship Id="rId80" Type="http://schemas.openxmlformats.org/officeDocument/2006/relationships/image" Target="../media/image5.png"/><Relationship Id="rId85" Type="http://schemas.openxmlformats.org/officeDocument/2006/relationships/image" Target="../media/image10.png"/><Relationship Id="rId150" Type="http://schemas.openxmlformats.org/officeDocument/2006/relationships/image" Target="../media/image75.png"/><Relationship Id="rId155" Type="http://schemas.openxmlformats.org/officeDocument/2006/relationships/image" Target="../media/image80.png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image" Target="../media/image28.png"/><Relationship Id="rId108" Type="http://schemas.openxmlformats.org/officeDocument/2006/relationships/image" Target="../media/image33.png"/><Relationship Id="rId124" Type="http://schemas.openxmlformats.org/officeDocument/2006/relationships/image" Target="../media/image49.png"/><Relationship Id="rId129" Type="http://schemas.openxmlformats.org/officeDocument/2006/relationships/image" Target="../media/image54.png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image" Target="../media/image16.png"/><Relationship Id="rId96" Type="http://schemas.openxmlformats.org/officeDocument/2006/relationships/image" Target="../media/image21.png"/><Relationship Id="rId140" Type="http://schemas.openxmlformats.org/officeDocument/2006/relationships/image" Target="../media/image65.png"/><Relationship Id="rId145" Type="http://schemas.openxmlformats.org/officeDocument/2006/relationships/image" Target="../media/image7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image" Target="../media/image39.png"/><Relationship Id="rId119" Type="http://schemas.openxmlformats.org/officeDocument/2006/relationships/image" Target="../media/image44.png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image" Target="../media/image6.png"/><Relationship Id="rId86" Type="http://schemas.openxmlformats.org/officeDocument/2006/relationships/image" Target="../media/image11.png"/><Relationship Id="rId130" Type="http://schemas.openxmlformats.org/officeDocument/2006/relationships/image" Target="../media/image55.png"/><Relationship Id="rId135" Type="http://schemas.openxmlformats.org/officeDocument/2006/relationships/image" Target="../media/image60.png"/><Relationship Id="rId151" Type="http://schemas.openxmlformats.org/officeDocument/2006/relationships/image" Target="../media/image76.png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image" Target="../media/image34.png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image" Target="../media/image22.png"/><Relationship Id="rId104" Type="http://schemas.openxmlformats.org/officeDocument/2006/relationships/image" Target="../media/image29.png"/><Relationship Id="rId120" Type="http://schemas.openxmlformats.org/officeDocument/2006/relationships/image" Target="../media/image45.png"/><Relationship Id="rId125" Type="http://schemas.openxmlformats.org/officeDocument/2006/relationships/image" Target="../media/image50.png"/><Relationship Id="rId141" Type="http://schemas.openxmlformats.org/officeDocument/2006/relationships/image" Target="../media/image66.png"/><Relationship Id="rId146" Type="http://schemas.openxmlformats.org/officeDocument/2006/relationships/image" Target="../media/image71.png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image" Target="../media/image17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image" Target="../media/image12.png"/><Relationship Id="rId110" Type="http://schemas.openxmlformats.org/officeDocument/2006/relationships/image" Target="../media/image35.png"/><Relationship Id="rId115" Type="http://schemas.openxmlformats.org/officeDocument/2006/relationships/image" Target="../media/image40.png"/><Relationship Id="rId131" Type="http://schemas.openxmlformats.org/officeDocument/2006/relationships/image" Target="../media/image56.png"/><Relationship Id="rId136" Type="http://schemas.openxmlformats.org/officeDocument/2006/relationships/image" Target="../media/image61.png"/><Relationship Id="rId61" Type="http://schemas.openxmlformats.org/officeDocument/2006/relationships/tags" Target="../tags/tag61.xml"/><Relationship Id="rId82" Type="http://schemas.openxmlformats.org/officeDocument/2006/relationships/image" Target="../media/image7.png"/><Relationship Id="rId152" Type="http://schemas.openxmlformats.org/officeDocument/2006/relationships/image" Target="../media/image77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image" Target="../media/image25.png"/><Relationship Id="rId105" Type="http://schemas.openxmlformats.org/officeDocument/2006/relationships/image" Target="../media/image30.png"/><Relationship Id="rId126" Type="http://schemas.openxmlformats.org/officeDocument/2006/relationships/image" Target="../media/image51.png"/><Relationship Id="rId147" Type="http://schemas.openxmlformats.org/officeDocument/2006/relationships/image" Target="../media/image72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image" Target="../media/image18.png"/><Relationship Id="rId98" Type="http://schemas.openxmlformats.org/officeDocument/2006/relationships/image" Target="../media/image23.png"/><Relationship Id="rId121" Type="http://schemas.openxmlformats.org/officeDocument/2006/relationships/image" Target="../media/image46.png"/><Relationship Id="rId142" Type="http://schemas.openxmlformats.org/officeDocument/2006/relationships/image" Target="../media/image67.png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image" Target="../media/image41.png"/><Relationship Id="rId137" Type="http://schemas.openxmlformats.org/officeDocument/2006/relationships/image" Target="../media/image62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image" Target="../media/image8.png"/><Relationship Id="rId88" Type="http://schemas.openxmlformats.org/officeDocument/2006/relationships/image" Target="../media/image13.png"/><Relationship Id="rId111" Type="http://schemas.openxmlformats.org/officeDocument/2006/relationships/image" Target="../media/image36.png"/><Relationship Id="rId132" Type="http://schemas.openxmlformats.org/officeDocument/2006/relationships/image" Target="../media/image57.png"/><Relationship Id="rId153" Type="http://schemas.openxmlformats.org/officeDocument/2006/relationships/image" Target="../media/image78.png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image" Target="../media/image31.png"/><Relationship Id="rId127" Type="http://schemas.openxmlformats.org/officeDocument/2006/relationships/image" Target="../media/image52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slideLayout" Target="../slideLayouts/slideLayout7.xml"/><Relationship Id="rId94" Type="http://schemas.openxmlformats.org/officeDocument/2006/relationships/image" Target="../media/image19.png"/><Relationship Id="rId99" Type="http://schemas.openxmlformats.org/officeDocument/2006/relationships/image" Target="../media/image24.png"/><Relationship Id="rId101" Type="http://schemas.openxmlformats.org/officeDocument/2006/relationships/image" Target="../media/image26.png"/><Relationship Id="rId122" Type="http://schemas.openxmlformats.org/officeDocument/2006/relationships/image" Target="../media/image47.png"/><Relationship Id="rId143" Type="http://schemas.openxmlformats.org/officeDocument/2006/relationships/image" Target="../media/image68.png"/><Relationship Id="rId148" Type="http://schemas.openxmlformats.org/officeDocument/2006/relationships/image" Target="../media/image7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26" Type="http://schemas.openxmlformats.org/officeDocument/2006/relationships/tags" Target="../tags/tag26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image" Target="../media/image14.png"/><Relationship Id="rId112" Type="http://schemas.openxmlformats.org/officeDocument/2006/relationships/image" Target="../media/image37.png"/><Relationship Id="rId133" Type="http://schemas.openxmlformats.org/officeDocument/2006/relationships/image" Target="../media/image58.png"/><Relationship Id="rId154" Type="http://schemas.openxmlformats.org/officeDocument/2006/relationships/image" Target="../media/image79.png"/><Relationship Id="rId16" Type="http://schemas.openxmlformats.org/officeDocument/2006/relationships/tags" Target="../tags/tag16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image" Target="../media/image4.png"/><Relationship Id="rId102" Type="http://schemas.openxmlformats.org/officeDocument/2006/relationships/image" Target="../media/image27.png"/><Relationship Id="rId123" Type="http://schemas.openxmlformats.org/officeDocument/2006/relationships/image" Target="../media/image48.png"/><Relationship Id="rId144" Type="http://schemas.openxmlformats.org/officeDocument/2006/relationships/image" Target="../media/image69.png"/><Relationship Id="rId90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3947" y="718458"/>
            <a:ext cx="7393627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GoodGrain Home Baking Evaluation</a:t>
            </a:r>
          </a:p>
          <a:p>
            <a:pPr algn="ctr">
              <a:defRPr sz="2400"/>
            </a:pPr>
            <a:r>
              <a:rPr lang="en-US" dirty="0"/>
              <a:t>For the Curious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B813232E-3694-5842-2C17-AA9CFC711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114796" y="2215471"/>
            <a:ext cx="4125686" cy="4116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234440"/>
            <a:ext cx="1047725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i="1" dirty="0"/>
              <a:t>Informational video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For the curious video (this one)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lang="da-DK" sz="3200" dirty="0"/>
          </a:p>
          <a:p>
            <a:pPr>
              <a:spcAft>
                <a:spcPts val="1200"/>
              </a:spcAft>
              <a:defRPr sz="2100"/>
            </a:pPr>
            <a:r>
              <a:rPr lang="da-DK" sz="3200" dirty="0"/>
              <a:t>The same information is </a:t>
            </a:r>
            <a:r>
              <a:rPr lang="da-DK" sz="3200" dirty="0" err="1"/>
              <a:t>also</a:t>
            </a:r>
            <a:r>
              <a:rPr lang="da-DK" sz="3200" dirty="0"/>
              <a:t> </a:t>
            </a:r>
            <a:r>
              <a:rPr lang="da-DK" sz="3200" dirty="0" err="1"/>
              <a:t>available</a:t>
            </a:r>
            <a:r>
              <a:rPr lang="da-DK" sz="3200" dirty="0"/>
              <a:t> in the </a:t>
            </a:r>
            <a:r>
              <a:rPr lang="da-DK" sz="3200" b="1" dirty="0" err="1"/>
              <a:t>Informational</a:t>
            </a:r>
            <a:r>
              <a:rPr lang="da-DK" sz="3200" b="1" dirty="0"/>
              <a:t> </a:t>
            </a:r>
            <a:r>
              <a:rPr lang="da-DK" sz="3200" b="1" dirty="0" err="1"/>
              <a:t>Sheet</a:t>
            </a:r>
            <a:endParaRPr lang="en-US" sz="32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5667C-D6EB-1BA4-AC70-DBF08B24E721}"/>
              </a:ext>
            </a:extLst>
          </p:cNvPr>
          <p:cNvSpPr txBox="1"/>
          <p:nvPr/>
        </p:nvSpPr>
        <p:spPr>
          <a:xfrm>
            <a:off x="594360" y="320040"/>
            <a:ext cx="560018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Two videos in this series</a:t>
            </a:r>
            <a:endParaRPr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8BD45-4E3D-BB6E-3734-8E1BE011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12061-7388-1F35-F0F6-EB4AC4051104}"/>
              </a:ext>
            </a:extLst>
          </p:cNvPr>
          <p:cNvSpPr txBox="1"/>
          <p:nvPr/>
        </p:nvSpPr>
        <p:spPr>
          <a:xfrm>
            <a:off x="3390645" y="718458"/>
            <a:ext cx="538025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Perennials versus annuals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4C15F-82AE-4A31-17A3-4529C2241C11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263F5DCD-FCC4-B979-CDA7-7D041697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88619" y="1986871"/>
            <a:ext cx="2814762" cy="2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0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AA6AC-80CE-80A0-0293-1C0E8D2A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5" y="534234"/>
            <a:ext cx="9752962" cy="50111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080F7B-792D-70DE-DDE2-BA19B62D04F2}"/>
              </a:ext>
            </a:extLst>
          </p:cNvPr>
          <p:cNvSpPr/>
          <p:nvPr/>
        </p:nvSpPr>
        <p:spPr>
          <a:xfrm>
            <a:off x="1288026" y="1543665"/>
            <a:ext cx="9665109" cy="41393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8225-5B71-C888-B848-064D210D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7EBAFB-9BC6-3A35-9175-AA1040DB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5" y="534234"/>
            <a:ext cx="9752962" cy="5011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820E1A-DCD9-C6BB-8407-8B47A9F07E0F}"/>
              </a:ext>
            </a:extLst>
          </p:cNvPr>
          <p:cNvSpPr/>
          <p:nvPr/>
        </p:nvSpPr>
        <p:spPr>
          <a:xfrm>
            <a:off x="3726426" y="1543665"/>
            <a:ext cx="7226709" cy="32348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2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CC45-624D-5D70-5532-FDF98DE2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2D9F4-973B-AA11-AC83-3685F25A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5" y="534234"/>
            <a:ext cx="9752962" cy="50111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201734-7D7D-984E-CA50-586FF3B85B23}"/>
              </a:ext>
            </a:extLst>
          </p:cNvPr>
          <p:cNvSpPr/>
          <p:nvPr/>
        </p:nvSpPr>
        <p:spPr>
          <a:xfrm>
            <a:off x="6096000" y="1543665"/>
            <a:ext cx="4857135" cy="32839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3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97B02-3C80-37CD-5394-4213A2E2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EB6AA-7278-A99E-DFF2-1B7798409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5" y="534234"/>
            <a:ext cx="9752962" cy="50111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DB19D9-8B98-2D32-9D29-2119C0349212}"/>
              </a:ext>
            </a:extLst>
          </p:cNvPr>
          <p:cNvSpPr/>
          <p:nvPr/>
        </p:nvSpPr>
        <p:spPr>
          <a:xfrm>
            <a:off x="8278761" y="1543665"/>
            <a:ext cx="2674374" cy="32643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3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8179-E6AF-C546-6336-880E94EA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E201B5-F816-4DD2-8AAA-8AD3BDC4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5" y="534234"/>
            <a:ext cx="9752962" cy="50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2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1A73-3053-02D2-5A11-730BB5EA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3962C-C2FE-3258-3D6E-8D976E54F325}"/>
              </a:ext>
            </a:extLst>
          </p:cNvPr>
          <p:cNvSpPr txBox="1"/>
          <p:nvPr/>
        </p:nvSpPr>
        <p:spPr>
          <a:xfrm>
            <a:off x="2045464" y="718458"/>
            <a:ext cx="807060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Why might perennial grains be useful?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4CE6D-C4F2-F05D-F075-4F36EFC26964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24550319-9C49-BD7C-119B-5598C5361E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88619" y="1986871"/>
            <a:ext cx="2814762" cy="2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3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53242-56F5-A79E-D217-618B9A69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02" b="37825"/>
          <a:stretch>
            <a:fillRect/>
          </a:stretch>
        </p:blipFill>
        <p:spPr>
          <a:xfrm>
            <a:off x="1523990" y="4498255"/>
            <a:ext cx="9144019" cy="1764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E43E35-974C-0B9A-EF1D-56599C51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01"/>
          <a:stretch>
            <a:fillRect/>
          </a:stretch>
        </p:blipFill>
        <p:spPr>
          <a:xfrm>
            <a:off x="1523990" y="1319974"/>
            <a:ext cx="9144019" cy="2003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5765C4-02B9-EA02-7DE8-7F2B10E72929}"/>
              </a:ext>
            </a:extLst>
          </p:cNvPr>
          <p:cNvSpPr txBox="1"/>
          <p:nvPr/>
        </p:nvSpPr>
        <p:spPr>
          <a:xfrm>
            <a:off x="678425" y="1148566"/>
            <a:ext cx="2943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Annual grains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5D21E-AB95-BFD7-F5B8-B40FBADBE20B}"/>
              </a:ext>
            </a:extLst>
          </p:cNvPr>
          <p:cNvSpPr txBox="1"/>
          <p:nvPr/>
        </p:nvSpPr>
        <p:spPr>
          <a:xfrm>
            <a:off x="678425" y="3890578"/>
            <a:ext cx="341798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Perennial grains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4F61-E3C3-FD48-E14D-38E2B038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370EC7B0-3710-5AA8-5276-961BF3BDB349}"/>
              </a:ext>
            </a:extLst>
          </p:cNvPr>
          <p:cNvGrpSpPr/>
          <p:nvPr/>
        </p:nvGrpSpPr>
        <p:grpSpPr>
          <a:xfrm>
            <a:off x="1775263" y="4525225"/>
            <a:ext cx="8440453" cy="1706242"/>
            <a:chOff x="1512982" y="2730440"/>
            <a:chExt cx="8959685" cy="1931693"/>
          </a:xfrm>
        </p:grpSpPr>
        <p:pic>
          <p:nvPicPr>
            <p:cNvPr id="37" name="Image 16" descr="preencoded.png">
              <a:extLst>
                <a:ext uri="{FF2B5EF4-FFF2-40B4-BE49-F238E27FC236}">
                  <a16:creationId xmlns:a16="http://schemas.microsoft.com/office/drawing/2014/main" id="{CA4DB279-2CB9-79C3-A3A6-712A44B1EB4D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79"/>
            <a:stretch>
              <a:fillRect/>
            </a:stretch>
          </p:blipFill>
          <p:spPr>
            <a:xfrm>
              <a:off x="1512982" y="3570754"/>
              <a:ext cx="8621486" cy="466997"/>
            </a:xfrm>
            <a:prstGeom prst="rect">
              <a:avLst/>
            </a:prstGeom>
          </p:spPr>
        </p:pic>
        <p:pic>
          <p:nvPicPr>
            <p:cNvPr id="38" name="Image 17" descr="preencoded.png">
              <a:extLst>
                <a:ext uri="{FF2B5EF4-FFF2-40B4-BE49-F238E27FC236}">
                  <a16:creationId xmlns:a16="http://schemas.microsoft.com/office/drawing/2014/main" id="{53D82DD6-2050-9C27-20A9-A6EE3005AD25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80"/>
            <a:stretch>
              <a:fillRect/>
            </a:stretch>
          </p:blipFill>
          <p:spPr>
            <a:xfrm>
              <a:off x="6312949" y="2932136"/>
              <a:ext cx="182880" cy="1240971"/>
            </a:xfrm>
            <a:prstGeom prst="rect">
              <a:avLst/>
            </a:prstGeom>
          </p:spPr>
        </p:pic>
        <p:pic>
          <p:nvPicPr>
            <p:cNvPr id="39" name="Image 18" descr="preencoded.png">
              <a:extLst>
                <a:ext uri="{FF2B5EF4-FFF2-40B4-BE49-F238E27FC236}">
                  <a16:creationId xmlns:a16="http://schemas.microsoft.com/office/drawing/2014/main" id="{711D8EA1-E459-4B15-5F5D-AB6511235AA2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81"/>
            <a:stretch>
              <a:fillRect/>
            </a:stretch>
          </p:blipFill>
          <p:spPr>
            <a:xfrm>
              <a:off x="1876021" y="3128787"/>
              <a:ext cx="564969" cy="483326"/>
            </a:xfrm>
            <a:prstGeom prst="rect">
              <a:avLst/>
            </a:prstGeom>
          </p:spPr>
        </p:pic>
        <p:pic>
          <p:nvPicPr>
            <p:cNvPr id="40" name="Image 19" descr="preencoded.png">
              <a:extLst>
                <a:ext uri="{FF2B5EF4-FFF2-40B4-BE49-F238E27FC236}">
                  <a16:creationId xmlns:a16="http://schemas.microsoft.com/office/drawing/2014/main" id="{CED343EE-3CBD-D49F-5E85-BF47AC518C46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82"/>
            <a:stretch>
              <a:fillRect/>
            </a:stretch>
          </p:blipFill>
          <p:spPr>
            <a:xfrm>
              <a:off x="4769718" y="3305329"/>
              <a:ext cx="1531620" cy="551906"/>
            </a:xfrm>
            <a:prstGeom prst="rect">
              <a:avLst/>
            </a:prstGeom>
          </p:spPr>
        </p:pic>
        <p:pic>
          <p:nvPicPr>
            <p:cNvPr id="41" name="Image 20" descr="preencoded.png">
              <a:extLst>
                <a:ext uri="{FF2B5EF4-FFF2-40B4-BE49-F238E27FC236}">
                  <a16:creationId xmlns:a16="http://schemas.microsoft.com/office/drawing/2014/main" id="{CA3B9DA8-E3CF-6BC4-D5C1-CE5B42212A11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83"/>
            <a:stretch>
              <a:fillRect/>
            </a:stretch>
          </p:blipFill>
          <p:spPr>
            <a:xfrm>
              <a:off x="9639546" y="3297210"/>
              <a:ext cx="320040" cy="558437"/>
            </a:xfrm>
            <a:prstGeom prst="rect">
              <a:avLst/>
            </a:prstGeom>
          </p:spPr>
        </p:pic>
        <p:pic>
          <p:nvPicPr>
            <p:cNvPr id="42" name="Image 21" descr="preencoded.png">
              <a:extLst>
                <a:ext uri="{FF2B5EF4-FFF2-40B4-BE49-F238E27FC236}">
                  <a16:creationId xmlns:a16="http://schemas.microsoft.com/office/drawing/2014/main" id="{F7C57864-49AC-5446-500B-E6BF55AFEED2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84"/>
            <a:stretch>
              <a:fillRect/>
            </a:stretch>
          </p:blipFill>
          <p:spPr>
            <a:xfrm>
              <a:off x="9248698" y="3359259"/>
              <a:ext cx="271054" cy="434340"/>
            </a:xfrm>
            <a:prstGeom prst="rect">
              <a:avLst/>
            </a:prstGeom>
          </p:spPr>
        </p:pic>
        <p:pic>
          <p:nvPicPr>
            <p:cNvPr id="43" name="Image 22" descr="preencoded.png">
              <a:extLst>
                <a:ext uri="{FF2B5EF4-FFF2-40B4-BE49-F238E27FC236}">
                  <a16:creationId xmlns:a16="http://schemas.microsoft.com/office/drawing/2014/main" id="{363A4AA3-A79A-B009-B97D-BA21D32C34C9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85"/>
            <a:stretch>
              <a:fillRect/>
            </a:stretch>
          </p:blipFill>
          <p:spPr>
            <a:xfrm>
              <a:off x="8490032" y="3459557"/>
              <a:ext cx="238397" cy="349431"/>
            </a:xfrm>
            <a:prstGeom prst="rect">
              <a:avLst/>
            </a:prstGeom>
          </p:spPr>
        </p:pic>
        <p:pic>
          <p:nvPicPr>
            <p:cNvPr id="44" name="Image 23" descr="preencoded.png">
              <a:extLst>
                <a:ext uri="{FF2B5EF4-FFF2-40B4-BE49-F238E27FC236}">
                  <a16:creationId xmlns:a16="http://schemas.microsoft.com/office/drawing/2014/main" id="{F0A3DDDC-118A-8085-036C-012CC906C0D6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86"/>
            <a:stretch>
              <a:fillRect/>
            </a:stretch>
          </p:blipFill>
          <p:spPr>
            <a:xfrm>
              <a:off x="8882353" y="3359259"/>
              <a:ext cx="271054" cy="434340"/>
            </a:xfrm>
            <a:prstGeom prst="rect">
              <a:avLst/>
            </a:prstGeom>
          </p:spPr>
        </p:pic>
        <p:pic>
          <p:nvPicPr>
            <p:cNvPr id="45" name="Image 24" descr="preencoded.png">
              <a:extLst>
                <a:ext uri="{FF2B5EF4-FFF2-40B4-BE49-F238E27FC236}">
                  <a16:creationId xmlns:a16="http://schemas.microsoft.com/office/drawing/2014/main" id="{D2F750A0-5CE7-44C7-BFA6-AC3F53189634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87"/>
            <a:stretch>
              <a:fillRect/>
            </a:stretch>
          </p:blipFill>
          <p:spPr>
            <a:xfrm>
              <a:off x="4239070" y="3666108"/>
              <a:ext cx="1208314" cy="777240"/>
            </a:xfrm>
            <a:prstGeom prst="rect">
              <a:avLst/>
            </a:prstGeom>
          </p:spPr>
        </p:pic>
        <p:pic>
          <p:nvPicPr>
            <p:cNvPr id="46" name="Image 25" descr="preencoded.png">
              <a:extLst>
                <a:ext uri="{FF2B5EF4-FFF2-40B4-BE49-F238E27FC236}">
                  <a16:creationId xmlns:a16="http://schemas.microsoft.com/office/drawing/2014/main" id="{8338C016-49CB-4AB3-2286-8918100A86C2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88"/>
            <a:stretch>
              <a:fillRect/>
            </a:stretch>
          </p:blipFill>
          <p:spPr>
            <a:xfrm>
              <a:off x="4751003" y="3651265"/>
              <a:ext cx="1208314" cy="787037"/>
            </a:xfrm>
            <a:prstGeom prst="rect">
              <a:avLst/>
            </a:prstGeom>
          </p:spPr>
        </p:pic>
        <p:pic>
          <p:nvPicPr>
            <p:cNvPr id="47" name="Image 26" descr="preencoded.png">
              <a:extLst>
                <a:ext uri="{FF2B5EF4-FFF2-40B4-BE49-F238E27FC236}">
                  <a16:creationId xmlns:a16="http://schemas.microsoft.com/office/drawing/2014/main" id="{AF6CC2ED-F1EB-280D-5E6C-38BF1A39B35A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89"/>
            <a:stretch>
              <a:fillRect/>
            </a:stretch>
          </p:blipFill>
          <p:spPr>
            <a:xfrm>
              <a:off x="5124296" y="3664803"/>
              <a:ext cx="1208314" cy="780506"/>
            </a:xfrm>
            <a:prstGeom prst="rect">
              <a:avLst/>
            </a:prstGeom>
          </p:spPr>
        </p:pic>
        <p:pic>
          <p:nvPicPr>
            <p:cNvPr id="48" name="Image 27" descr="preencoded.png">
              <a:extLst>
                <a:ext uri="{FF2B5EF4-FFF2-40B4-BE49-F238E27FC236}">
                  <a16:creationId xmlns:a16="http://schemas.microsoft.com/office/drawing/2014/main" id="{CB1AD75D-2852-BF67-9336-28FCF3A547B2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90"/>
            <a:stretch>
              <a:fillRect/>
            </a:stretch>
          </p:blipFill>
          <p:spPr>
            <a:xfrm>
              <a:off x="5540812" y="3659283"/>
              <a:ext cx="1208314" cy="780506"/>
            </a:xfrm>
            <a:prstGeom prst="rect">
              <a:avLst/>
            </a:prstGeom>
          </p:spPr>
        </p:pic>
        <p:pic>
          <p:nvPicPr>
            <p:cNvPr id="49" name="Image 28" descr="preencoded.png">
              <a:extLst>
                <a:ext uri="{FF2B5EF4-FFF2-40B4-BE49-F238E27FC236}">
                  <a16:creationId xmlns:a16="http://schemas.microsoft.com/office/drawing/2014/main" id="{0A60F224-FD63-33F3-59E0-0669AD666FE6}"/>
                </a:ext>
              </a:extLst>
            </p:cNvPr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91"/>
            <a:stretch>
              <a:fillRect/>
            </a:stretch>
          </p:blipFill>
          <p:spPr>
            <a:xfrm>
              <a:off x="6005899" y="3665684"/>
              <a:ext cx="1208314" cy="806631"/>
            </a:xfrm>
            <a:prstGeom prst="rect">
              <a:avLst/>
            </a:prstGeom>
          </p:spPr>
        </p:pic>
        <p:pic>
          <p:nvPicPr>
            <p:cNvPr id="50" name="Image 29" descr="preencoded.png">
              <a:extLst>
                <a:ext uri="{FF2B5EF4-FFF2-40B4-BE49-F238E27FC236}">
                  <a16:creationId xmlns:a16="http://schemas.microsoft.com/office/drawing/2014/main" id="{CA559D30-2092-C206-1558-030B55902A81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92"/>
            <a:stretch>
              <a:fillRect/>
            </a:stretch>
          </p:blipFill>
          <p:spPr>
            <a:xfrm>
              <a:off x="6510006" y="3649164"/>
              <a:ext cx="1208314" cy="806631"/>
            </a:xfrm>
            <a:prstGeom prst="rect">
              <a:avLst/>
            </a:prstGeom>
          </p:spPr>
        </p:pic>
        <p:pic>
          <p:nvPicPr>
            <p:cNvPr id="51" name="Image 30" descr="preencoded.png">
              <a:extLst>
                <a:ext uri="{FF2B5EF4-FFF2-40B4-BE49-F238E27FC236}">
                  <a16:creationId xmlns:a16="http://schemas.microsoft.com/office/drawing/2014/main" id="{D19BEEF6-F773-844A-9F9E-F49B73100CAF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93"/>
            <a:stretch>
              <a:fillRect/>
            </a:stretch>
          </p:blipFill>
          <p:spPr>
            <a:xfrm>
              <a:off x="7055291" y="3674071"/>
              <a:ext cx="1208314" cy="806631"/>
            </a:xfrm>
            <a:prstGeom prst="rect">
              <a:avLst/>
            </a:prstGeom>
          </p:spPr>
        </p:pic>
        <p:pic>
          <p:nvPicPr>
            <p:cNvPr id="52" name="Image 31" descr="preencoded.png">
              <a:extLst>
                <a:ext uri="{FF2B5EF4-FFF2-40B4-BE49-F238E27FC236}">
                  <a16:creationId xmlns:a16="http://schemas.microsoft.com/office/drawing/2014/main" id="{5DDC701D-EA2B-F45F-EEE9-6DEE28E1CADE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7129929" y="3665494"/>
              <a:ext cx="1208314" cy="773974"/>
            </a:xfrm>
            <a:prstGeom prst="rect">
              <a:avLst/>
            </a:prstGeom>
          </p:spPr>
        </p:pic>
        <p:pic>
          <p:nvPicPr>
            <p:cNvPr id="53" name="Image 32" descr="preencoded.png">
              <a:extLst>
                <a:ext uri="{FF2B5EF4-FFF2-40B4-BE49-F238E27FC236}">
                  <a16:creationId xmlns:a16="http://schemas.microsoft.com/office/drawing/2014/main" id="{6DBEA7DE-E136-27CD-3666-3AFC205666E7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95"/>
            <a:stretch>
              <a:fillRect/>
            </a:stretch>
          </p:blipFill>
          <p:spPr>
            <a:xfrm>
              <a:off x="2953259" y="3260753"/>
              <a:ext cx="320040" cy="558437"/>
            </a:xfrm>
            <a:prstGeom prst="rect">
              <a:avLst/>
            </a:prstGeom>
          </p:spPr>
        </p:pic>
        <p:pic>
          <p:nvPicPr>
            <p:cNvPr id="54" name="Image 33" descr="preencoded.png">
              <a:extLst>
                <a:ext uri="{FF2B5EF4-FFF2-40B4-BE49-F238E27FC236}">
                  <a16:creationId xmlns:a16="http://schemas.microsoft.com/office/drawing/2014/main" id="{7AEC9E1A-8539-A11A-1F0E-BF1B8446D6B2}"/>
                </a:ext>
              </a:extLst>
            </p:cNvPr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96"/>
            <a:stretch>
              <a:fillRect/>
            </a:stretch>
          </p:blipFill>
          <p:spPr>
            <a:xfrm>
              <a:off x="3368402" y="3095834"/>
              <a:ext cx="502920" cy="888274"/>
            </a:xfrm>
            <a:prstGeom prst="rect">
              <a:avLst/>
            </a:prstGeom>
          </p:spPr>
        </p:pic>
        <p:pic>
          <p:nvPicPr>
            <p:cNvPr id="55" name="Image 34" descr="preencoded.png">
              <a:extLst>
                <a:ext uri="{FF2B5EF4-FFF2-40B4-BE49-F238E27FC236}">
                  <a16:creationId xmlns:a16="http://schemas.microsoft.com/office/drawing/2014/main" id="{DC9442A3-7331-1898-1AE4-A9FC30549B22}"/>
                </a:ext>
              </a:extLst>
            </p:cNvPr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97"/>
            <a:stretch>
              <a:fillRect/>
            </a:stretch>
          </p:blipFill>
          <p:spPr>
            <a:xfrm>
              <a:off x="2368824" y="3423099"/>
              <a:ext cx="238397" cy="349431"/>
            </a:xfrm>
            <a:prstGeom prst="rect">
              <a:avLst/>
            </a:prstGeom>
          </p:spPr>
        </p:pic>
        <p:pic>
          <p:nvPicPr>
            <p:cNvPr id="56" name="Image 35" descr="preencoded.png">
              <a:extLst>
                <a:ext uri="{FF2B5EF4-FFF2-40B4-BE49-F238E27FC236}">
                  <a16:creationId xmlns:a16="http://schemas.microsoft.com/office/drawing/2014/main" id="{A181E414-7041-A1B7-B3A9-B68F7FAF98DA}"/>
                </a:ext>
              </a:extLst>
            </p:cNvPr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98"/>
            <a:stretch>
              <a:fillRect/>
            </a:stretch>
          </p:blipFill>
          <p:spPr>
            <a:xfrm>
              <a:off x="2619876" y="3348486"/>
              <a:ext cx="271054" cy="434340"/>
            </a:xfrm>
            <a:prstGeom prst="rect">
              <a:avLst/>
            </a:prstGeom>
          </p:spPr>
        </p:pic>
        <p:pic>
          <p:nvPicPr>
            <p:cNvPr id="57" name="Image 36" descr="preencoded.png">
              <a:extLst>
                <a:ext uri="{FF2B5EF4-FFF2-40B4-BE49-F238E27FC236}">
                  <a16:creationId xmlns:a16="http://schemas.microsoft.com/office/drawing/2014/main" id="{A8EECEA6-87EF-01B3-FB55-FBAEBB784EA6}"/>
                </a:ext>
              </a:extLst>
            </p:cNvPr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99"/>
            <a:stretch>
              <a:fillRect/>
            </a:stretch>
          </p:blipFill>
          <p:spPr>
            <a:xfrm>
              <a:off x="4541536" y="2730440"/>
              <a:ext cx="489857" cy="947057"/>
            </a:xfrm>
            <a:prstGeom prst="rect">
              <a:avLst/>
            </a:prstGeom>
          </p:spPr>
        </p:pic>
        <p:pic>
          <p:nvPicPr>
            <p:cNvPr id="58" name="Image 37" descr="preencoded.png">
              <a:extLst>
                <a:ext uri="{FF2B5EF4-FFF2-40B4-BE49-F238E27FC236}">
                  <a16:creationId xmlns:a16="http://schemas.microsoft.com/office/drawing/2014/main" id="{69198A36-C181-891B-1B7C-AD116A51AE63}"/>
                </a:ext>
              </a:extLst>
            </p:cNvPr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100"/>
            <a:stretch>
              <a:fillRect/>
            </a:stretch>
          </p:blipFill>
          <p:spPr>
            <a:xfrm>
              <a:off x="3568320" y="3637900"/>
              <a:ext cx="1208314" cy="806631"/>
            </a:xfrm>
            <a:prstGeom prst="rect">
              <a:avLst/>
            </a:prstGeom>
          </p:spPr>
        </p:pic>
        <p:pic>
          <p:nvPicPr>
            <p:cNvPr id="59" name="Image 38" descr="preencoded.png">
              <a:extLst>
                <a:ext uri="{FF2B5EF4-FFF2-40B4-BE49-F238E27FC236}">
                  <a16:creationId xmlns:a16="http://schemas.microsoft.com/office/drawing/2014/main" id="{B16F9E02-6377-F5B1-544E-0541DC9B8DA8}"/>
                </a:ext>
              </a:extLst>
            </p:cNvPr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01"/>
            <a:stretch>
              <a:fillRect/>
            </a:stretch>
          </p:blipFill>
          <p:spPr>
            <a:xfrm>
              <a:off x="7378165" y="2742344"/>
              <a:ext cx="489857" cy="947057"/>
            </a:xfrm>
            <a:prstGeom prst="rect">
              <a:avLst/>
            </a:prstGeom>
          </p:spPr>
        </p:pic>
        <p:pic>
          <p:nvPicPr>
            <p:cNvPr id="60" name="Image 39" descr="preencoded.png">
              <a:extLst>
                <a:ext uri="{FF2B5EF4-FFF2-40B4-BE49-F238E27FC236}">
                  <a16:creationId xmlns:a16="http://schemas.microsoft.com/office/drawing/2014/main" id="{58C838D2-D543-C5BD-0A49-A2E203695A04}"/>
                </a:ext>
              </a:extLst>
            </p:cNvPr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02"/>
            <a:stretch>
              <a:fillRect/>
            </a:stretch>
          </p:blipFill>
          <p:spPr>
            <a:xfrm>
              <a:off x="6448101" y="3298916"/>
              <a:ext cx="320040" cy="558437"/>
            </a:xfrm>
            <a:prstGeom prst="rect">
              <a:avLst/>
            </a:prstGeom>
          </p:spPr>
        </p:pic>
        <p:pic>
          <p:nvPicPr>
            <p:cNvPr id="61" name="Image 40" descr="preencoded.png">
              <a:extLst>
                <a:ext uri="{FF2B5EF4-FFF2-40B4-BE49-F238E27FC236}">
                  <a16:creationId xmlns:a16="http://schemas.microsoft.com/office/drawing/2014/main" id="{EB873555-971D-0511-C7E1-7F4B2CA0F362}"/>
                </a:ext>
              </a:extLst>
            </p:cNvPr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03"/>
            <a:stretch>
              <a:fillRect/>
            </a:stretch>
          </p:blipFill>
          <p:spPr>
            <a:xfrm>
              <a:off x="6863245" y="3123619"/>
              <a:ext cx="502920" cy="888274"/>
            </a:xfrm>
            <a:prstGeom prst="rect">
              <a:avLst/>
            </a:prstGeom>
          </p:spPr>
        </p:pic>
        <p:pic>
          <p:nvPicPr>
            <p:cNvPr id="62" name="Image 41" descr="preencoded.png">
              <a:extLst>
                <a:ext uri="{FF2B5EF4-FFF2-40B4-BE49-F238E27FC236}">
                  <a16:creationId xmlns:a16="http://schemas.microsoft.com/office/drawing/2014/main" id="{DD21BA30-AA5A-D182-9004-F8135BBB286C}"/>
                </a:ext>
              </a:extLst>
            </p:cNvPr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104"/>
            <a:stretch>
              <a:fillRect/>
            </a:stretch>
          </p:blipFill>
          <p:spPr>
            <a:xfrm>
              <a:off x="8036379" y="2742348"/>
              <a:ext cx="489857" cy="947057"/>
            </a:xfrm>
            <a:prstGeom prst="rect">
              <a:avLst/>
            </a:prstGeom>
          </p:spPr>
        </p:pic>
        <p:pic>
          <p:nvPicPr>
            <p:cNvPr id="63" name="Image 42" descr="preencoded.png">
              <a:extLst>
                <a:ext uri="{FF2B5EF4-FFF2-40B4-BE49-F238E27FC236}">
                  <a16:creationId xmlns:a16="http://schemas.microsoft.com/office/drawing/2014/main" id="{7AD813F3-E76E-6B3B-977B-25BF1C9DEE08}"/>
                </a:ext>
              </a:extLst>
            </p:cNvPr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05"/>
            <a:stretch>
              <a:fillRect/>
            </a:stretch>
          </p:blipFill>
          <p:spPr>
            <a:xfrm>
              <a:off x="3875122" y="2730962"/>
              <a:ext cx="489857" cy="947057"/>
            </a:xfrm>
            <a:prstGeom prst="rect">
              <a:avLst/>
            </a:prstGeom>
          </p:spPr>
        </p:pic>
        <p:pic>
          <p:nvPicPr>
            <p:cNvPr id="64" name="Image 43" descr="preencoded.png">
              <a:extLst>
                <a:ext uri="{FF2B5EF4-FFF2-40B4-BE49-F238E27FC236}">
                  <a16:creationId xmlns:a16="http://schemas.microsoft.com/office/drawing/2014/main" id="{0985B53E-434A-1F19-E689-283387939281}"/>
                </a:ext>
              </a:extLst>
            </p:cNvPr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106"/>
            <a:stretch>
              <a:fillRect/>
            </a:stretch>
          </p:blipFill>
          <p:spPr>
            <a:xfrm>
              <a:off x="8139826" y="3676497"/>
              <a:ext cx="404949" cy="773974"/>
            </a:xfrm>
            <a:prstGeom prst="rect">
              <a:avLst/>
            </a:prstGeom>
          </p:spPr>
        </p:pic>
        <p:pic>
          <p:nvPicPr>
            <p:cNvPr id="65" name="Image 44" descr="preencoded.png">
              <a:extLst>
                <a:ext uri="{FF2B5EF4-FFF2-40B4-BE49-F238E27FC236}">
                  <a16:creationId xmlns:a16="http://schemas.microsoft.com/office/drawing/2014/main" id="{D9B71EF8-B884-7A7C-08FB-90EEE217F1A0}"/>
                </a:ext>
              </a:extLst>
            </p:cNvPr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107"/>
            <a:stretch>
              <a:fillRect/>
            </a:stretch>
          </p:blipFill>
          <p:spPr>
            <a:xfrm>
              <a:off x="7079519" y="3677248"/>
              <a:ext cx="1208314" cy="764177"/>
            </a:xfrm>
            <a:prstGeom prst="rect">
              <a:avLst/>
            </a:prstGeom>
          </p:spPr>
        </p:pic>
        <p:pic>
          <p:nvPicPr>
            <p:cNvPr id="66" name="Image 45" descr="preencoded.png">
              <a:extLst>
                <a:ext uri="{FF2B5EF4-FFF2-40B4-BE49-F238E27FC236}">
                  <a16:creationId xmlns:a16="http://schemas.microsoft.com/office/drawing/2014/main" id="{4D183CC7-9CFA-D539-6C3F-769C8E87BE30}"/>
                </a:ext>
              </a:extLst>
            </p:cNvPr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108"/>
            <a:stretch>
              <a:fillRect/>
            </a:stretch>
          </p:blipFill>
          <p:spPr>
            <a:xfrm>
              <a:off x="7993068" y="3660669"/>
              <a:ext cx="1208314" cy="764177"/>
            </a:xfrm>
            <a:prstGeom prst="rect">
              <a:avLst/>
            </a:prstGeom>
          </p:spPr>
        </p:pic>
        <p:pic>
          <p:nvPicPr>
            <p:cNvPr id="67" name="Image 46" descr="preencoded.png">
              <a:extLst>
                <a:ext uri="{FF2B5EF4-FFF2-40B4-BE49-F238E27FC236}">
                  <a16:creationId xmlns:a16="http://schemas.microsoft.com/office/drawing/2014/main" id="{19AD0DF9-29CD-50F9-2F0D-9CEA140B5386}"/>
                </a:ext>
              </a:extLst>
            </p:cNvPr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109"/>
            <a:stretch>
              <a:fillRect/>
            </a:stretch>
          </p:blipFill>
          <p:spPr>
            <a:xfrm>
              <a:off x="6510003" y="3648968"/>
              <a:ext cx="1208314" cy="773974"/>
            </a:xfrm>
            <a:prstGeom prst="rect">
              <a:avLst/>
            </a:prstGeom>
          </p:spPr>
        </p:pic>
        <p:pic>
          <p:nvPicPr>
            <p:cNvPr id="68" name="Image 47" descr="preencoded.png">
              <a:extLst>
                <a:ext uri="{FF2B5EF4-FFF2-40B4-BE49-F238E27FC236}">
                  <a16:creationId xmlns:a16="http://schemas.microsoft.com/office/drawing/2014/main" id="{CE4DE9C9-1699-93EC-3F40-C315E0EF086B}"/>
                </a:ext>
              </a:extLst>
            </p:cNvPr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110"/>
            <a:stretch>
              <a:fillRect/>
            </a:stretch>
          </p:blipFill>
          <p:spPr>
            <a:xfrm>
              <a:off x="8258882" y="3677413"/>
              <a:ext cx="414746" cy="885009"/>
            </a:xfrm>
            <a:prstGeom prst="rect">
              <a:avLst/>
            </a:prstGeom>
          </p:spPr>
        </p:pic>
        <p:pic>
          <p:nvPicPr>
            <p:cNvPr id="69" name="Image 48" descr="preencoded.png">
              <a:extLst>
                <a:ext uri="{FF2B5EF4-FFF2-40B4-BE49-F238E27FC236}">
                  <a16:creationId xmlns:a16="http://schemas.microsoft.com/office/drawing/2014/main" id="{D77FC54A-AB0A-C878-1427-0965BFE48EE7}"/>
                </a:ext>
              </a:extLst>
            </p:cNvPr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111"/>
            <a:stretch>
              <a:fillRect/>
            </a:stretch>
          </p:blipFill>
          <p:spPr>
            <a:xfrm>
              <a:off x="8723195" y="3665475"/>
              <a:ext cx="404949" cy="773974"/>
            </a:xfrm>
            <a:prstGeom prst="rect">
              <a:avLst/>
            </a:prstGeom>
          </p:spPr>
        </p:pic>
        <p:pic>
          <p:nvPicPr>
            <p:cNvPr id="70" name="Image 49" descr="preencoded.png">
              <a:extLst>
                <a:ext uri="{FF2B5EF4-FFF2-40B4-BE49-F238E27FC236}">
                  <a16:creationId xmlns:a16="http://schemas.microsoft.com/office/drawing/2014/main" id="{FCC1DD8D-A275-A6D8-FA2A-46D123DE9207}"/>
                </a:ext>
              </a:extLst>
            </p:cNvPr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112"/>
            <a:stretch>
              <a:fillRect/>
            </a:stretch>
          </p:blipFill>
          <p:spPr>
            <a:xfrm>
              <a:off x="8576439" y="3649647"/>
              <a:ext cx="1208314" cy="764177"/>
            </a:xfrm>
            <a:prstGeom prst="rect">
              <a:avLst/>
            </a:prstGeom>
          </p:spPr>
        </p:pic>
        <p:pic>
          <p:nvPicPr>
            <p:cNvPr id="71" name="Image 50" descr="preencoded.png">
              <a:extLst>
                <a:ext uri="{FF2B5EF4-FFF2-40B4-BE49-F238E27FC236}">
                  <a16:creationId xmlns:a16="http://schemas.microsoft.com/office/drawing/2014/main" id="{DE944F0F-B571-DD63-9872-07462ECE17CB}"/>
                </a:ext>
              </a:extLst>
            </p:cNvPr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13"/>
            <a:stretch>
              <a:fillRect/>
            </a:stretch>
          </p:blipFill>
          <p:spPr>
            <a:xfrm>
              <a:off x="8842252" y="3666391"/>
              <a:ext cx="414746" cy="885009"/>
            </a:xfrm>
            <a:prstGeom prst="rect">
              <a:avLst/>
            </a:prstGeom>
          </p:spPr>
        </p:pic>
        <p:pic>
          <p:nvPicPr>
            <p:cNvPr id="72" name="Image 51" descr="preencoded.png">
              <a:extLst>
                <a:ext uri="{FF2B5EF4-FFF2-40B4-BE49-F238E27FC236}">
                  <a16:creationId xmlns:a16="http://schemas.microsoft.com/office/drawing/2014/main" id="{6EBF37DE-4718-E9D1-C9BC-C7064174923D}"/>
                </a:ext>
              </a:extLst>
            </p:cNvPr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114"/>
            <a:stretch>
              <a:fillRect/>
            </a:stretch>
          </p:blipFill>
          <p:spPr>
            <a:xfrm>
              <a:off x="9180598" y="3664164"/>
              <a:ext cx="404949" cy="773974"/>
            </a:xfrm>
            <a:prstGeom prst="rect">
              <a:avLst/>
            </a:prstGeom>
          </p:spPr>
        </p:pic>
        <p:pic>
          <p:nvPicPr>
            <p:cNvPr id="73" name="Image 52" descr="preencoded.png">
              <a:extLst>
                <a:ext uri="{FF2B5EF4-FFF2-40B4-BE49-F238E27FC236}">
                  <a16:creationId xmlns:a16="http://schemas.microsoft.com/office/drawing/2014/main" id="{FF5A03D7-3F03-919E-5398-5959B26B5D07}"/>
                </a:ext>
              </a:extLst>
            </p:cNvPr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115"/>
            <a:stretch>
              <a:fillRect/>
            </a:stretch>
          </p:blipFill>
          <p:spPr>
            <a:xfrm>
              <a:off x="9033841" y="3648335"/>
              <a:ext cx="1208314" cy="764177"/>
            </a:xfrm>
            <a:prstGeom prst="rect">
              <a:avLst/>
            </a:prstGeom>
          </p:spPr>
        </p:pic>
        <p:pic>
          <p:nvPicPr>
            <p:cNvPr id="74" name="Image 53" descr="preencoded.png">
              <a:extLst>
                <a:ext uri="{FF2B5EF4-FFF2-40B4-BE49-F238E27FC236}">
                  <a16:creationId xmlns:a16="http://schemas.microsoft.com/office/drawing/2014/main" id="{DF80B186-D0AB-224F-1EEB-45226B98EDC1}"/>
                </a:ext>
              </a:extLst>
            </p:cNvPr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116"/>
            <a:stretch>
              <a:fillRect/>
            </a:stretch>
          </p:blipFill>
          <p:spPr>
            <a:xfrm>
              <a:off x="9299654" y="3665079"/>
              <a:ext cx="414746" cy="885009"/>
            </a:xfrm>
            <a:prstGeom prst="rect">
              <a:avLst/>
            </a:prstGeom>
          </p:spPr>
        </p:pic>
        <p:pic>
          <p:nvPicPr>
            <p:cNvPr id="75" name="Image 54" descr="preencoded.png">
              <a:extLst>
                <a:ext uri="{FF2B5EF4-FFF2-40B4-BE49-F238E27FC236}">
                  <a16:creationId xmlns:a16="http://schemas.microsoft.com/office/drawing/2014/main" id="{B3E384E0-BE8B-F60C-3FD4-01F06B7F9805}"/>
                </a:ext>
              </a:extLst>
            </p:cNvPr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117"/>
            <a:stretch>
              <a:fillRect/>
            </a:stretch>
          </p:blipFill>
          <p:spPr>
            <a:xfrm>
              <a:off x="7714136" y="3665544"/>
              <a:ext cx="404949" cy="773974"/>
            </a:xfrm>
            <a:prstGeom prst="rect">
              <a:avLst/>
            </a:prstGeom>
          </p:spPr>
        </p:pic>
        <p:pic>
          <p:nvPicPr>
            <p:cNvPr id="76" name="Image 55" descr="preencoded.png">
              <a:extLst>
                <a:ext uri="{FF2B5EF4-FFF2-40B4-BE49-F238E27FC236}">
                  <a16:creationId xmlns:a16="http://schemas.microsoft.com/office/drawing/2014/main" id="{D0C4FB8F-7D89-3920-4037-3CC0A433B8FA}"/>
                </a:ext>
              </a:extLst>
            </p:cNvPr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118"/>
            <a:stretch>
              <a:fillRect/>
            </a:stretch>
          </p:blipFill>
          <p:spPr>
            <a:xfrm>
              <a:off x="7567378" y="3649715"/>
              <a:ext cx="1208314" cy="764177"/>
            </a:xfrm>
            <a:prstGeom prst="rect">
              <a:avLst/>
            </a:prstGeom>
          </p:spPr>
        </p:pic>
        <p:pic>
          <p:nvPicPr>
            <p:cNvPr id="77" name="Image 56" descr="preencoded.png">
              <a:extLst>
                <a:ext uri="{FF2B5EF4-FFF2-40B4-BE49-F238E27FC236}">
                  <a16:creationId xmlns:a16="http://schemas.microsoft.com/office/drawing/2014/main" id="{E354F7DC-1D4D-AE5C-B41A-ADABA384240E}"/>
                </a:ext>
              </a:extLst>
            </p:cNvPr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119"/>
            <a:stretch>
              <a:fillRect/>
            </a:stretch>
          </p:blipFill>
          <p:spPr>
            <a:xfrm>
              <a:off x="7833192" y="3666459"/>
              <a:ext cx="414746" cy="885009"/>
            </a:xfrm>
            <a:prstGeom prst="rect">
              <a:avLst/>
            </a:prstGeom>
          </p:spPr>
        </p:pic>
        <p:pic>
          <p:nvPicPr>
            <p:cNvPr id="78" name="Image 57" descr="preencoded.png">
              <a:extLst>
                <a:ext uri="{FF2B5EF4-FFF2-40B4-BE49-F238E27FC236}">
                  <a16:creationId xmlns:a16="http://schemas.microsoft.com/office/drawing/2014/main" id="{6647931A-F696-9533-8597-8AD57426F4AE}"/>
                </a:ext>
              </a:extLst>
            </p:cNvPr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120"/>
            <a:stretch>
              <a:fillRect/>
            </a:stretch>
          </p:blipFill>
          <p:spPr>
            <a:xfrm>
              <a:off x="8596543" y="3659535"/>
              <a:ext cx="414746" cy="885009"/>
            </a:xfrm>
            <a:prstGeom prst="rect">
              <a:avLst/>
            </a:prstGeom>
          </p:spPr>
        </p:pic>
        <p:pic>
          <p:nvPicPr>
            <p:cNvPr id="79" name="Image 58" descr="preencoded.png">
              <a:extLst>
                <a:ext uri="{FF2B5EF4-FFF2-40B4-BE49-F238E27FC236}">
                  <a16:creationId xmlns:a16="http://schemas.microsoft.com/office/drawing/2014/main" id="{4DF93462-F26A-9533-F217-D0158ED792A4}"/>
                </a:ext>
              </a:extLst>
            </p:cNvPr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121"/>
            <a:stretch>
              <a:fillRect/>
            </a:stretch>
          </p:blipFill>
          <p:spPr>
            <a:xfrm>
              <a:off x="8827741" y="3672400"/>
              <a:ext cx="404949" cy="773974"/>
            </a:xfrm>
            <a:prstGeom prst="rect">
              <a:avLst/>
            </a:prstGeom>
          </p:spPr>
        </p:pic>
        <p:pic>
          <p:nvPicPr>
            <p:cNvPr id="80" name="Image 59" descr="preencoded.png">
              <a:extLst>
                <a:ext uri="{FF2B5EF4-FFF2-40B4-BE49-F238E27FC236}">
                  <a16:creationId xmlns:a16="http://schemas.microsoft.com/office/drawing/2014/main" id="{3482F42A-C6AA-0AEB-B6BF-D4057376E7DE}"/>
                </a:ext>
              </a:extLst>
            </p:cNvPr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122"/>
            <a:stretch>
              <a:fillRect/>
            </a:stretch>
          </p:blipFill>
          <p:spPr>
            <a:xfrm>
              <a:off x="8680983" y="3656572"/>
              <a:ext cx="1208314" cy="764177"/>
            </a:xfrm>
            <a:prstGeom prst="rect">
              <a:avLst/>
            </a:prstGeom>
          </p:spPr>
        </p:pic>
        <p:pic>
          <p:nvPicPr>
            <p:cNvPr id="81" name="Image 60" descr="preencoded.png">
              <a:extLst>
                <a:ext uri="{FF2B5EF4-FFF2-40B4-BE49-F238E27FC236}">
                  <a16:creationId xmlns:a16="http://schemas.microsoft.com/office/drawing/2014/main" id="{163434FD-F337-E662-29C9-6C2075775F01}"/>
                </a:ext>
              </a:extLst>
            </p:cNvPr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123"/>
            <a:stretch>
              <a:fillRect/>
            </a:stretch>
          </p:blipFill>
          <p:spPr>
            <a:xfrm>
              <a:off x="8946797" y="3673316"/>
              <a:ext cx="414746" cy="885009"/>
            </a:xfrm>
            <a:prstGeom prst="rect">
              <a:avLst/>
            </a:prstGeom>
          </p:spPr>
        </p:pic>
        <p:pic>
          <p:nvPicPr>
            <p:cNvPr id="82" name="Image 61" descr="preencoded.png">
              <a:extLst>
                <a:ext uri="{FF2B5EF4-FFF2-40B4-BE49-F238E27FC236}">
                  <a16:creationId xmlns:a16="http://schemas.microsoft.com/office/drawing/2014/main" id="{5C562547-2B2C-07AB-217F-BFDEB53995EA}"/>
                </a:ext>
              </a:extLst>
            </p:cNvPr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124"/>
            <a:stretch>
              <a:fillRect/>
            </a:stretch>
          </p:blipFill>
          <p:spPr>
            <a:xfrm>
              <a:off x="9411110" y="3661377"/>
              <a:ext cx="404949" cy="773974"/>
            </a:xfrm>
            <a:prstGeom prst="rect">
              <a:avLst/>
            </a:prstGeom>
          </p:spPr>
        </p:pic>
        <p:pic>
          <p:nvPicPr>
            <p:cNvPr id="83" name="Image 62" descr="preencoded.png">
              <a:extLst>
                <a:ext uri="{FF2B5EF4-FFF2-40B4-BE49-F238E27FC236}">
                  <a16:creationId xmlns:a16="http://schemas.microsoft.com/office/drawing/2014/main" id="{E476E190-A2EC-087E-7DEA-4B06B7306BD5}"/>
                </a:ext>
              </a:extLst>
            </p:cNvPr>
            <p:cNvPicPr>
              <a:picLocks noChangeAspect="1"/>
            </p:cNvPicPr>
            <p:nvPr>
              <p:custDataLst>
                <p:tags r:id="rId66"/>
              </p:custDataLst>
            </p:nvPr>
          </p:nvPicPr>
          <p:blipFill>
            <a:blip r:embed="rId125"/>
            <a:stretch>
              <a:fillRect/>
            </a:stretch>
          </p:blipFill>
          <p:spPr>
            <a:xfrm>
              <a:off x="9264353" y="3645550"/>
              <a:ext cx="1208314" cy="764177"/>
            </a:xfrm>
            <a:prstGeom prst="rect">
              <a:avLst/>
            </a:prstGeom>
          </p:spPr>
        </p:pic>
        <p:pic>
          <p:nvPicPr>
            <p:cNvPr id="84" name="Image 63" descr="preencoded.png">
              <a:extLst>
                <a:ext uri="{FF2B5EF4-FFF2-40B4-BE49-F238E27FC236}">
                  <a16:creationId xmlns:a16="http://schemas.microsoft.com/office/drawing/2014/main" id="{3A70A483-FB1F-161B-41C7-8D158185D281}"/>
                </a:ext>
              </a:extLst>
            </p:cNvPr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126"/>
            <a:stretch>
              <a:fillRect/>
            </a:stretch>
          </p:blipFill>
          <p:spPr>
            <a:xfrm>
              <a:off x="9530166" y="3662294"/>
              <a:ext cx="414746" cy="885009"/>
            </a:xfrm>
            <a:prstGeom prst="rect">
              <a:avLst/>
            </a:prstGeom>
          </p:spPr>
        </p:pic>
        <p:pic>
          <p:nvPicPr>
            <p:cNvPr id="85" name="Image 64" descr="preencoded.png">
              <a:extLst>
                <a:ext uri="{FF2B5EF4-FFF2-40B4-BE49-F238E27FC236}">
                  <a16:creationId xmlns:a16="http://schemas.microsoft.com/office/drawing/2014/main" id="{75CEF043-0685-168B-BFD6-AF62096305F5}"/>
                </a:ext>
              </a:extLst>
            </p:cNvPr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127"/>
            <a:stretch>
              <a:fillRect/>
            </a:stretch>
          </p:blipFill>
          <p:spPr>
            <a:xfrm>
              <a:off x="9284457" y="3655438"/>
              <a:ext cx="414746" cy="885009"/>
            </a:xfrm>
            <a:prstGeom prst="rect">
              <a:avLst/>
            </a:prstGeom>
          </p:spPr>
        </p:pic>
        <p:pic>
          <p:nvPicPr>
            <p:cNvPr id="86" name="Image 65" descr="preencoded.png">
              <a:extLst>
                <a:ext uri="{FF2B5EF4-FFF2-40B4-BE49-F238E27FC236}">
                  <a16:creationId xmlns:a16="http://schemas.microsoft.com/office/drawing/2014/main" id="{A6EED79B-E67A-9664-92F8-24A0784D645F}"/>
                </a:ext>
              </a:extLst>
            </p:cNvPr>
            <p:cNvPicPr>
              <a:picLocks noChangeAspect="1"/>
            </p:cNvPicPr>
            <p:nvPr>
              <p:custDataLst>
                <p:tags r:id="rId69"/>
              </p:custDataLst>
            </p:nvPr>
          </p:nvPicPr>
          <p:blipFill>
            <a:blip r:embed="rId128"/>
            <a:stretch>
              <a:fillRect/>
            </a:stretch>
          </p:blipFill>
          <p:spPr>
            <a:xfrm>
              <a:off x="6492316" y="3657110"/>
              <a:ext cx="1208314" cy="770709"/>
            </a:xfrm>
            <a:prstGeom prst="rect">
              <a:avLst/>
            </a:prstGeom>
          </p:spPr>
        </p:pic>
        <p:pic>
          <p:nvPicPr>
            <p:cNvPr id="87" name="Image 66" descr="preencoded.png">
              <a:extLst>
                <a:ext uri="{FF2B5EF4-FFF2-40B4-BE49-F238E27FC236}">
                  <a16:creationId xmlns:a16="http://schemas.microsoft.com/office/drawing/2014/main" id="{74E3E44F-413E-6930-7C47-D842E7287A9E}"/>
                </a:ext>
              </a:extLst>
            </p:cNvPr>
            <p:cNvPicPr>
              <a:picLocks noChangeAspect="1"/>
            </p:cNvPicPr>
            <p:nvPr>
              <p:custDataLst>
                <p:tags r:id="rId70"/>
              </p:custDataLst>
            </p:nvPr>
          </p:nvPicPr>
          <p:blipFill>
            <a:blip r:embed="rId129"/>
            <a:stretch>
              <a:fillRect/>
            </a:stretch>
          </p:blipFill>
          <p:spPr>
            <a:xfrm>
              <a:off x="6332880" y="3668306"/>
              <a:ext cx="1208314" cy="773974"/>
            </a:xfrm>
            <a:prstGeom prst="rect">
              <a:avLst/>
            </a:prstGeom>
          </p:spPr>
        </p:pic>
        <p:pic>
          <p:nvPicPr>
            <p:cNvPr id="88" name="Image 67" descr="preencoded.png">
              <a:extLst>
                <a:ext uri="{FF2B5EF4-FFF2-40B4-BE49-F238E27FC236}">
                  <a16:creationId xmlns:a16="http://schemas.microsoft.com/office/drawing/2014/main" id="{874B2AE8-C8A5-3DA1-8E63-9D80210E116F}"/>
                </a:ext>
              </a:extLst>
            </p:cNvPr>
            <p:cNvPicPr>
              <a:picLocks noChangeAspect="1"/>
            </p:cNvPicPr>
            <p:nvPr>
              <p:custDataLst>
                <p:tags r:id="rId71"/>
              </p:custDataLst>
            </p:nvPr>
          </p:nvPicPr>
          <p:blipFill>
            <a:blip r:embed="rId130"/>
            <a:stretch>
              <a:fillRect/>
            </a:stretch>
          </p:blipFill>
          <p:spPr>
            <a:xfrm>
              <a:off x="6169755" y="3677354"/>
              <a:ext cx="1208314" cy="764177"/>
            </a:xfrm>
            <a:prstGeom prst="rect">
              <a:avLst/>
            </a:prstGeom>
          </p:spPr>
        </p:pic>
        <p:pic>
          <p:nvPicPr>
            <p:cNvPr id="89" name="Image 68" descr="preencoded.png">
              <a:extLst>
                <a:ext uri="{FF2B5EF4-FFF2-40B4-BE49-F238E27FC236}">
                  <a16:creationId xmlns:a16="http://schemas.microsoft.com/office/drawing/2014/main" id="{77FD1DD2-91B3-C1DD-62DF-16654C86D75E}"/>
                </a:ext>
              </a:extLst>
            </p:cNvPr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>
            <a:blip r:embed="rId131"/>
            <a:stretch>
              <a:fillRect/>
            </a:stretch>
          </p:blipFill>
          <p:spPr>
            <a:xfrm>
              <a:off x="7140781" y="3666946"/>
              <a:ext cx="404949" cy="773974"/>
            </a:xfrm>
            <a:prstGeom prst="rect">
              <a:avLst/>
            </a:prstGeom>
          </p:spPr>
        </p:pic>
        <p:pic>
          <p:nvPicPr>
            <p:cNvPr id="90" name="Image 69" descr="preencoded.png">
              <a:extLst>
                <a:ext uri="{FF2B5EF4-FFF2-40B4-BE49-F238E27FC236}">
                  <a16:creationId xmlns:a16="http://schemas.microsoft.com/office/drawing/2014/main" id="{498F06B6-0F60-A18B-C68B-143E532BCC97}"/>
                </a:ext>
              </a:extLst>
            </p:cNvPr>
            <p:cNvPicPr>
              <a:picLocks noChangeAspect="1"/>
            </p:cNvPicPr>
            <p:nvPr>
              <p:custDataLst>
                <p:tags r:id="rId73"/>
              </p:custDataLst>
            </p:nvPr>
          </p:nvPicPr>
          <p:blipFill>
            <a:blip r:embed="rId132"/>
            <a:stretch>
              <a:fillRect/>
            </a:stretch>
          </p:blipFill>
          <p:spPr>
            <a:xfrm>
              <a:off x="7259837" y="3667862"/>
              <a:ext cx="414746" cy="885009"/>
            </a:xfrm>
            <a:prstGeom prst="rect">
              <a:avLst/>
            </a:prstGeom>
          </p:spPr>
        </p:pic>
        <p:pic>
          <p:nvPicPr>
            <p:cNvPr id="91" name="Image 74" descr="preencoded.png">
              <a:extLst>
                <a:ext uri="{FF2B5EF4-FFF2-40B4-BE49-F238E27FC236}">
                  <a16:creationId xmlns:a16="http://schemas.microsoft.com/office/drawing/2014/main" id="{987FEF17-2ECD-FDE7-FE89-82A67CC1D4A8}"/>
                </a:ext>
              </a:extLst>
            </p:cNvPr>
            <p:cNvPicPr>
              <a:picLocks noChangeAspect="1"/>
            </p:cNvPicPr>
            <p:nvPr>
              <p:custDataLst>
                <p:tags r:id="rId74"/>
              </p:custDataLst>
            </p:nvPr>
          </p:nvPicPr>
          <p:blipFill>
            <a:blip r:embed="rId133"/>
            <a:stretch>
              <a:fillRect/>
            </a:stretch>
          </p:blipFill>
          <p:spPr>
            <a:xfrm>
              <a:off x="2291279" y="2767824"/>
              <a:ext cx="627017" cy="845820"/>
            </a:xfrm>
            <a:prstGeom prst="rect">
              <a:avLst/>
            </a:prstGeom>
          </p:spPr>
        </p:pic>
        <p:sp>
          <p:nvSpPr>
            <p:cNvPr id="92" name="Text 8">
              <a:extLst>
                <a:ext uri="{FF2B5EF4-FFF2-40B4-BE49-F238E27FC236}">
                  <a16:creationId xmlns:a16="http://schemas.microsoft.com/office/drawing/2014/main" id="{DB9764A0-0D2E-4DC3-A718-8DEE4EB0E332}"/>
                </a:ext>
              </a:extLst>
            </p:cNvPr>
            <p:cNvSpPr/>
            <p:nvPr/>
          </p:nvSpPr>
          <p:spPr>
            <a:xfrm>
              <a:off x="2502346" y="2736785"/>
              <a:ext cx="123444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GHG</a:t>
              </a:r>
              <a:endParaRPr lang="en-US" sz="1179" dirty="0"/>
            </a:p>
          </p:txBody>
        </p:sp>
        <p:sp>
          <p:nvSpPr>
            <p:cNvPr id="93" name="Text 9">
              <a:extLst>
                <a:ext uri="{FF2B5EF4-FFF2-40B4-BE49-F238E27FC236}">
                  <a16:creationId xmlns:a16="http://schemas.microsoft.com/office/drawing/2014/main" id="{6F261EE7-65C7-EA4B-1700-559D607D5A94}"/>
                </a:ext>
              </a:extLst>
            </p:cNvPr>
            <p:cNvSpPr/>
            <p:nvPr/>
          </p:nvSpPr>
          <p:spPr>
            <a:xfrm>
              <a:off x="1695731" y="2961416"/>
              <a:ext cx="515000" cy="362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Labor, seed</a:t>
              </a:r>
              <a:endParaRPr lang="en-US" sz="1179" dirty="0"/>
            </a:p>
          </p:txBody>
        </p:sp>
        <p:sp>
          <p:nvSpPr>
            <p:cNvPr id="94" name="Text 10">
              <a:extLst>
                <a:ext uri="{FF2B5EF4-FFF2-40B4-BE49-F238E27FC236}">
                  <a16:creationId xmlns:a16="http://schemas.microsoft.com/office/drawing/2014/main" id="{04780F27-8FEF-1627-3B02-FC90F3CB2917}"/>
                </a:ext>
              </a:extLst>
            </p:cNvPr>
            <p:cNvSpPr/>
            <p:nvPr/>
          </p:nvSpPr>
          <p:spPr>
            <a:xfrm>
              <a:off x="4381454" y="4111652"/>
              <a:ext cx="1203008" cy="44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Nitrate uptake</a:t>
              </a:r>
              <a:endParaRPr lang="en-US" sz="1179" dirty="0"/>
            </a:p>
          </p:txBody>
        </p:sp>
        <p:pic>
          <p:nvPicPr>
            <p:cNvPr id="95" name="Image 75" descr="preencoded.png">
              <a:extLst>
                <a:ext uri="{FF2B5EF4-FFF2-40B4-BE49-F238E27FC236}">
                  <a16:creationId xmlns:a16="http://schemas.microsoft.com/office/drawing/2014/main" id="{9F959598-AB72-1AB9-84D4-E1D64303BC6B}"/>
                </a:ext>
              </a:extLst>
            </p:cNvPr>
            <p:cNvPicPr>
              <a:picLocks noChangeAspect="1"/>
            </p:cNvPicPr>
            <p:nvPr>
              <p:custDataLst>
                <p:tags r:id="rId75"/>
              </p:custDataLst>
            </p:nvPr>
          </p:nvPicPr>
          <p:blipFill>
            <a:blip r:embed="rId134"/>
            <a:stretch>
              <a:fillRect/>
            </a:stretch>
          </p:blipFill>
          <p:spPr>
            <a:xfrm>
              <a:off x="5245446" y="3342540"/>
              <a:ext cx="1087483" cy="1175657"/>
            </a:xfrm>
            <a:prstGeom prst="rect">
              <a:avLst/>
            </a:prstGeom>
          </p:spPr>
        </p:pic>
        <p:sp>
          <p:nvSpPr>
            <p:cNvPr id="96" name="Text 11">
              <a:extLst>
                <a:ext uri="{FF2B5EF4-FFF2-40B4-BE49-F238E27FC236}">
                  <a16:creationId xmlns:a16="http://schemas.microsoft.com/office/drawing/2014/main" id="{DEB81008-C92E-94F0-A9DB-5039EF1C4497}"/>
                </a:ext>
              </a:extLst>
            </p:cNvPr>
            <p:cNvSpPr/>
            <p:nvPr/>
          </p:nvSpPr>
          <p:spPr>
            <a:xfrm>
              <a:off x="6323465" y="2772273"/>
              <a:ext cx="1203008" cy="44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Carbon sequestration</a:t>
              </a:r>
              <a:endParaRPr lang="en-US" sz="1179" dirty="0"/>
            </a:p>
          </p:txBody>
        </p:sp>
        <p:pic>
          <p:nvPicPr>
            <p:cNvPr id="97" name="Image 76" descr="preencoded.png">
              <a:extLst>
                <a:ext uri="{FF2B5EF4-FFF2-40B4-BE49-F238E27FC236}">
                  <a16:creationId xmlns:a16="http://schemas.microsoft.com/office/drawing/2014/main" id="{513CE3C1-F8C5-7082-890D-312A13495FFE}"/>
                </a:ext>
              </a:extLst>
            </p:cNvPr>
            <p:cNvPicPr>
              <a:picLocks noChangeAspect="1"/>
            </p:cNvPicPr>
            <p:nvPr>
              <p:custDataLst>
                <p:tags r:id="rId76"/>
              </p:custDataLst>
            </p:nvPr>
          </p:nvPicPr>
          <p:blipFill>
            <a:blip r:embed="rId135"/>
            <a:stretch>
              <a:fillRect/>
            </a:stretch>
          </p:blipFill>
          <p:spPr>
            <a:xfrm>
              <a:off x="6467047" y="3052476"/>
              <a:ext cx="1061357" cy="1071154"/>
            </a:xfrm>
            <a:prstGeom prst="rect">
              <a:avLst/>
            </a:prstGeom>
          </p:spPr>
        </p:pic>
        <p:sp>
          <p:nvSpPr>
            <p:cNvPr id="98" name="Text 12">
              <a:extLst>
                <a:ext uri="{FF2B5EF4-FFF2-40B4-BE49-F238E27FC236}">
                  <a16:creationId xmlns:a16="http://schemas.microsoft.com/office/drawing/2014/main" id="{78C40BF8-1359-2549-200A-19985B7AFE99}"/>
                </a:ext>
              </a:extLst>
            </p:cNvPr>
            <p:cNvSpPr/>
            <p:nvPr/>
          </p:nvSpPr>
          <p:spPr>
            <a:xfrm>
              <a:off x="7427659" y="4080681"/>
              <a:ext cx="1203008" cy="44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Soil biology</a:t>
              </a:r>
              <a:endParaRPr lang="en-US" sz="1179" dirty="0"/>
            </a:p>
          </p:txBody>
        </p:sp>
        <p:pic>
          <p:nvPicPr>
            <p:cNvPr id="99" name="Image 77" descr="preencoded.png">
              <a:extLst>
                <a:ext uri="{FF2B5EF4-FFF2-40B4-BE49-F238E27FC236}">
                  <a16:creationId xmlns:a16="http://schemas.microsoft.com/office/drawing/2014/main" id="{F97AD172-050A-6A74-6FC6-CED7587A1914}"/>
                </a:ext>
              </a:extLst>
            </p:cNvPr>
            <p:cNvPicPr>
              <a:picLocks noChangeAspect="1"/>
            </p:cNvPicPr>
            <p:nvPr>
              <p:custDataLst>
                <p:tags r:id="rId77"/>
              </p:custDataLst>
            </p:nvPr>
          </p:nvPicPr>
          <p:blipFill>
            <a:blip r:embed="rId136"/>
            <a:stretch>
              <a:fillRect/>
            </a:stretch>
          </p:blipFill>
          <p:spPr>
            <a:xfrm>
              <a:off x="8188339" y="3754264"/>
              <a:ext cx="1165860" cy="907869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3F5845B-B200-FD9E-57E4-52ADEAD0AEDA}"/>
              </a:ext>
            </a:extLst>
          </p:cNvPr>
          <p:cNvGrpSpPr/>
          <p:nvPr/>
        </p:nvGrpSpPr>
        <p:grpSpPr>
          <a:xfrm>
            <a:off x="1785095" y="1665307"/>
            <a:ext cx="8145485" cy="1660983"/>
            <a:chOff x="1512987" y="331189"/>
            <a:chExt cx="8621486" cy="1828931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EF915365-9704-A9AF-7116-F2CFFD5422C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7"/>
            <a:stretch>
              <a:fillRect/>
            </a:stretch>
          </p:blipFill>
          <p:spPr>
            <a:xfrm>
              <a:off x="1512987" y="1232757"/>
              <a:ext cx="8621486" cy="466997"/>
            </a:xfrm>
            <a:prstGeom prst="rect">
              <a:avLst/>
            </a:prstGeom>
          </p:spPr>
        </p:pic>
        <p:pic>
          <p:nvPicPr>
            <p:cNvPr id="7" name="Image 1" descr="preencoded.png">
              <a:extLst>
                <a:ext uri="{FF2B5EF4-FFF2-40B4-BE49-F238E27FC236}">
                  <a16:creationId xmlns:a16="http://schemas.microsoft.com/office/drawing/2014/main" id="{A7494D80-C0E4-45E7-0AF2-73E6069C083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38"/>
            <a:stretch>
              <a:fillRect/>
            </a:stretch>
          </p:blipFill>
          <p:spPr>
            <a:xfrm>
              <a:off x="4026247" y="397492"/>
              <a:ext cx="489857" cy="947057"/>
            </a:xfrm>
            <a:prstGeom prst="rect">
              <a:avLst/>
            </a:prstGeom>
          </p:spPr>
        </p:pic>
        <p:pic>
          <p:nvPicPr>
            <p:cNvPr id="9" name="Image 2" descr="preencoded.png">
              <a:extLst>
                <a:ext uri="{FF2B5EF4-FFF2-40B4-BE49-F238E27FC236}">
                  <a16:creationId xmlns:a16="http://schemas.microsoft.com/office/drawing/2014/main" id="{A15561DC-BA1B-ED3A-5CF5-DBF5844415E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9"/>
            <a:stretch>
              <a:fillRect/>
            </a:stretch>
          </p:blipFill>
          <p:spPr>
            <a:xfrm>
              <a:off x="3096183" y="943684"/>
              <a:ext cx="320040" cy="558437"/>
            </a:xfrm>
            <a:prstGeom prst="rect">
              <a:avLst/>
            </a:prstGeom>
          </p:spPr>
        </p:pic>
        <p:pic>
          <p:nvPicPr>
            <p:cNvPr id="11" name="Image 3" descr="preencoded.png">
              <a:extLst>
                <a:ext uri="{FF2B5EF4-FFF2-40B4-BE49-F238E27FC236}">
                  <a16:creationId xmlns:a16="http://schemas.microsoft.com/office/drawing/2014/main" id="{AD4C753B-C3DE-4EE6-42DA-991A333BF97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0"/>
            <a:stretch>
              <a:fillRect/>
            </a:stretch>
          </p:blipFill>
          <p:spPr>
            <a:xfrm>
              <a:off x="3511326" y="778766"/>
              <a:ext cx="502920" cy="888274"/>
            </a:xfrm>
            <a:prstGeom prst="rect">
              <a:avLst/>
            </a:prstGeom>
          </p:spPr>
        </p:pic>
        <p:pic>
          <p:nvPicPr>
            <p:cNvPr id="13" name="Image 4" descr="preencoded.png">
              <a:extLst>
                <a:ext uri="{FF2B5EF4-FFF2-40B4-BE49-F238E27FC236}">
                  <a16:creationId xmlns:a16="http://schemas.microsoft.com/office/drawing/2014/main" id="{D9D7B766-F9C9-5797-2314-7958208FF55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1"/>
            <a:stretch>
              <a:fillRect/>
            </a:stretch>
          </p:blipFill>
          <p:spPr>
            <a:xfrm>
              <a:off x="2511748" y="1106032"/>
              <a:ext cx="238397" cy="349431"/>
            </a:xfrm>
            <a:prstGeom prst="rect">
              <a:avLst/>
            </a:prstGeom>
          </p:spPr>
        </p:pic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7CC4C79D-76F4-E770-ECA7-BAF561C8699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2"/>
            <a:stretch>
              <a:fillRect/>
            </a:stretch>
          </p:blipFill>
          <p:spPr>
            <a:xfrm>
              <a:off x="2762800" y="1031418"/>
              <a:ext cx="271054" cy="434340"/>
            </a:xfrm>
            <a:prstGeom prst="rect">
              <a:avLst/>
            </a:prstGeom>
          </p:spPr>
        </p:pic>
        <p:pic>
          <p:nvPicPr>
            <p:cNvPr id="15" name="Image 6" descr="preencoded.png">
              <a:extLst>
                <a:ext uri="{FF2B5EF4-FFF2-40B4-BE49-F238E27FC236}">
                  <a16:creationId xmlns:a16="http://schemas.microsoft.com/office/drawing/2014/main" id="{07786296-EA82-7826-E586-E1D60891332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3"/>
            <a:stretch>
              <a:fillRect/>
            </a:stretch>
          </p:blipFill>
          <p:spPr>
            <a:xfrm>
              <a:off x="4684460" y="397496"/>
              <a:ext cx="489857" cy="947057"/>
            </a:xfrm>
            <a:prstGeom prst="rect">
              <a:avLst/>
            </a:prstGeom>
          </p:spPr>
        </p:pic>
        <p:pic>
          <p:nvPicPr>
            <p:cNvPr id="16" name="Image 7" descr="preencoded.png">
              <a:extLst>
                <a:ext uri="{FF2B5EF4-FFF2-40B4-BE49-F238E27FC236}">
                  <a16:creationId xmlns:a16="http://schemas.microsoft.com/office/drawing/2014/main" id="{513B1A05-6062-61F9-071F-DE03397D708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4"/>
            <a:stretch>
              <a:fillRect/>
            </a:stretch>
          </p:blipFill>
          <p:spPr>
            <a:xfrm>
              <a:off x="6312954" y="594137"/>
              <a:ext cx="182880" cy="1240971"/>
            </a:xfrm>
            <a:prstGeom prst="rect">
              <a:avLst/>
            </a:prstGeom>
          </p:spPr>
        </p:pic>
        <p:pic>
          <p:nvPicPr>
            <p:cNvPr id="17" name="Image 8" descr="preencoded.png">
              <a:extLst>
                <a:ext uri="{FF2B5EF4-FFF2-40B4-BE49-F238E27FC236}">
                  <a16:creationId xmlns:a16="http://schemas.microsoft.com/office/drawing/2014/main" id="{F96E4E93-82AE-771E-BFE9-F6B924D9EBFD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5"/>
            <a:stretch>
              <a:fillRect/>
            </a:stretch>
          </p:blipFill>
          <p:spPr>
            <a:xfrm>
              <a:off x="1876025" y="816475"/>
              <a:ext cx="564969" cy="483326"/>
            </a:xfrm>
            <a:prstGeom prst="rect">
              <a:avLst/>
            </a:prstGeom>
          </p:spPr>
        </p:pic>
        <p:pic>
          <p:nvPicPr>
            <p:cNvPr id="18" name="Image 9" descr="preencoded.png">
              <a:extLst>
                <a:ext uri="{FF2B5EF4-FFF2-40B4-BE49-F238E27FC236}">
                  <a16:creationId xmlns:a16="http://schemas.microsoft.com/office/drawing/2014/main" id="{24AD8001-4C94-E1A3-198F-472BE79A7E2E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6"/>
            <a:stretch>
              <a:fillRect/>
            </a:stretch>
          </p:blipFill>
          <p:spPr>
            <a:xfrm>
              <a:off x="6900575" y="830808"/>
              <a:ext cx="564969" cy="483326"/>
            </a:xfrm>
            <a:prstGeom prst="rect">
              <a:avLst/>
            </a:prstGeom>
          </p:spPr>
        </p:pic>
        <p:pic>
          <p:nvPicPr>
            <p:cNvPr id="19" name="Image 10" descr="preencoded.png">
              <a:extLst>
                <a:ext uri="{FF2B5EF4-FFF2-40B4-BE49-F238E27FC236}">
                  <a16:creationId xmlns:a16="http://schemas.microsoft.com/office/drawing/2014/main" id="{C6E4B217-FEE4-478E-3156-19CBB99985EE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47"/>
            <a:stretch>
              <a:fillRect/>
            </a:stretch>
          </p:blipFill>
          <p:spPr>
            <a:xfrm>
              <a:off x="7444919" y="960807"/>
              <a:ext cx="287383" cy="564969"/>
            </a:xfrm>
            <a:prstGeom prst="rect">
              <a:avLst/>
            </a:prstGeom>
          </p:spPr>
        </p:pic>
        <p:pic>
          <p:nvPicPr>
            <p:cNvPr id="20" name="Image 11" descr="preencoded.png">
              <a:extLst>
                <a:ext uri="{FF2B5EF4-FFF2-40B4-BE49-F238E27FC236}">
                  <a16:creationId xmlns:a16="http://schemas.microsoft.com/office/drawing/2014/main" id="{5598B880-7AD0-201E-7882-8C0AC54E4FAC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48"/>
            <a:stretch>
              <a:fillRect/>
            </a:stretch>
          </p:blipFill>
          <p:spPr>
            <a:xfrm>
              <a:off x="7839629" y="890596"/>
              <a:ext cx="333103" cy="705394"/>
            </a:xfrm>
            <a:prstGeom prst="rect">
              <a:avLst/>
            </a:prstGeom>
          </p:spPr>
        </p:pic>
        <p:pic>
          <p:nvPicPr>
            <p:cNvPr id="21" name="Image 12" descr="preencoded.png">
              <a:extLst>
                <a:ext uri="{FF2B5EF4-FFF2-40B4-BE49-F238E27FC236}">
                  <a16:creationId xmlns:a16="http://schemas.microsoft.com/office/drawing/2014/main" id="{E212AFB4-DD9D-97CE-A7D7-75FA8423346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9"/>
            <a:stretch>
              <a:fillRect/>
            </a:stretch>
          </p:blipFill>
          <p:spPr>
            <a:xfrm>
              <a:off x="8300555" y="791118"/>
              <a:ext cx="388620" cy="826226"/>
            </a:xfrm>
            <a:prstGeom prst="rect">
              <a:avLst/>
            </a:prstGeom>
          </p:spPr>
        </p:pic>
        <p:sp>
          <p:nvSpPr>
            <p:cNvPr id="22" name="Text 0">
              <a:extLst>
                <a:ext uri="{FF2B5EF4-FFF2-40B4-BE49-F238E27FC236}">
                  <a16:creationId xmlns:a16="http://schemas.microsoft.com/office/drawing/2014/main" id="{64A6487C-ACF1-EB58-2F9B-843FBF8EE24C}"/>
                </a:ext>
              </a:extLst>
            </p:cNvPr>
            <p:cNvSpPr/>
            <p:nvPr/>
          </p:nvSpPr>
          <p:spPr>
            <a:xfrm>
              <a:off x="2028536" y="1401935"/>
              <a:ext cx="1234440" cy="301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80118"/>
                </a:lnSpc>
              </a:pPr>
              <a:r>
                <a:rPr lang="en-US" sz="15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Spring</a:t>
              </a:r>
              <a:endParaRPr lang="en-US" sz="1500" dirty="0"/>
            </a:p>
          </p:txBody>
        </p:sp>
        <p:pic>
          <p:nvPicPr>
            <p:cNvPr id="23" name="Image 13" descr="preencoded.png">
              <a:extLst>
                <a:ext uri="{FF2B5EF4-FFF2-40B4-BE49-F238E27FC236}">
                  <a16:creationId xmlns:a16="http://schemas.microsoft.com/office/drawing/2014/main" id="{DE61A477-02AE-98A9-D7B6-013A9E2A56EB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0"/>
            <a:stretch>
              <a:fillRect/>
            </a:stretch>
          </p:blipFill>
          <p:spPr>
            <a:xfrm>
              <a:off x="4381578" y="1325327"/>
              <a:ext cx="1208314" cy="787037"/>
            </a:xfrm>
            <a:prstGeom prst="rect">
              <a:avLst/>
            </a:prstGeom>
          </p:spPr>
        </p:pic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35781943-7C5F-9877-B786-947A73665848}"/>
                </a:ext>
              </a:extLst>
            </p:cNvPr>
            <p:cNvSpPr/>
            <p:nvPr/>
          </p:nvSpPr>
          <p:spPr>
            <a:xfrm>
              <a:off x="7140728" y="1400917"/>
              <a:ext cx="1234440" cy="301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80118"/>
                </a:lnSpc>
              </a:pPr>
              <a:r>
                <a:rPr lang="en-US" sz="15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Spring</a:t>
              </a:r>
              <a:endParaRPr lang="en-US" sz="1500" dirty="0"/>
            </a:p>
          </p:txBody>
        </p:sp>
        <p:pic>
          <p:nvPicPr>
            <p:cNvPr id="25" name="Image 14" descr="preencoded.png">
              <a:extLst>
                <a:ext uri="{FF2B5EF4-FFF2-40B4-BE49-F238E27FC236}">
                  <a16:creationId xmlns:a16="http://schemas.microsoft.com/office/drawing/2014/main" id="{74922C9D-439A-F8B4-A5CC-4D84F867CFF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51"/>
            <a:stretch>
              <a:fillRect/>
            </a:stretch>
          </p:blipFill>
          <p:spPr>
            <a:xfrm>
              <a:off x="8727921" y="803969"/>
              <a:ext cx="388620" cy="826226"/>
            </a:xfrm>
            <a:prstGeom prst="rect">
              <a:avLst/>
            </a:prstGeom>
          </p:spPr>
        </p:pic>
        <p:pic>
          <p:nvPicPr>
            <p:cNvPr id="26" name="Image 15" descr="preencoded.png">
              <a:extLst>
                <a:ext uri="{FF2B5EF4-FFF2-40B4-BE49-F238E27FC236}">
                  <a16:creationId xmlns:a16="http://schemas.microsoft.com/office/drawing/2014/main" id="{EB0E024E-0BBA-FB44-5B85-8F1519EAB5BC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52"/>
            <a:stretch>
              <a:fillRect/>
            </a:stretch>
          </p:blipFill>
          <p:spPr>
            <a:xfrm>
              <a:off x="3727121" y="1299662"/>
              <a:ext cx="1208314" cy="806631"/>
            </a:xfrm>
            <a:prstGeom prst="rect">
              <a:avLst/>
            </a:prstGeom>
          </p:spPr>
        </p:pic>
        <p:pic>
          <p:nvPicPr>
            <p:cNvPr id="27" name="Image 70" descr="preencoded.png">
              <a:extLst>
                <a:ext uri="{FF2B5EF4-FFF2-40B4-BE49-F238E27FC236}">
                  <a16:creationId xmlns:a16="http://schemas.microsoft.com/office/drawing/2014/main" id="{BD80A67B-04EF-C620-279C-B1ABBB56DC46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3"/>
            <a:stretch>
              <a:fillRect/>
            </a:stretch>
          </p:blipFill>
          <p:spPr>
            <a:xfrm>
              <a:off x="5237935" y="965186"/>
              <a:ext cx="1283426" cy="483326"/>
            </a:xfrm>
            <a:prstGeom prst="rect">
              <a:avLst/>
            </a:prstGeom>
          </p:spPr>
        </p:pic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FAFD3E83-1D2A-950F-A73F-AEBE48949BE5}"/>
                </a:ext>
              </a:extLst>
            </p:cNvPr>
            <p:cNvSpPr/>
            <p:nvPr/>
          </p:nvSpPr>
          <p:spPr>
            <a:xfrm>
              <a:off x="5353255" y="815899"/>
              <a:ext cx="123444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Soil erosion</a:t>
              </a:r>
              <a:endParaRPr lang="en-US" sz="1179" dirty="0"/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F34BF477-1573-F20E-759F-7D0C1E8E559A}"/>
                </a:ext>
              </a:extLst>
            </p:cNvPr>
            <p:cNvSpPr/>
            <p:nvPr/>
          </p:nvSpPr>
          <p:spPr>
            <a:xfrm>
              <a:off x="6730789" y="1710540"/>
              <a:ext cx="1138287" cy="449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Nitrate leaching</a:t>
              </a:r>
              <a:endParaRPr lang="en-US" sz="1179" dirty="0"/>
            </a:p>
          </p:txBody>
        </p:sp>
        <p:pic>
          <p:nvPicPr>
            <p:cNvPr id="30" name="Image 72" descr="preencoded.png">
              <a:extLst>
                <a:ext uri="{FF2B5EF4-FFF2-40B4-BE49-F238E27FC236}">
                  <a16:creationId xmlns:a16="http://schemas.microsoft.com/office/drawing/2014/main" id="{0B895133-3431-C2AD-C251-A159384739D3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54"/>
            <a:stretch>
              <a:fillRect/>
            </a:stretch>
          </p:blipFill>
          <p:spPr>
            <a:xfrm>
              <a:off x="2241554" y="385255"/>
              <a:ext cx="627017" cy="845820"/>
            </a:xfrm>
            <a:prstGeom prst="rect">
              <a:avLst/>
            </a:prstGeom>
          </p:spPr>
        </p:pic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85CB24B7-54B4-F957-01C9-576C00DD3FA6}"/>
                </a:ext>
              </a:extLst>
            </p:cNvPr>
            <p:cNvSpPr/>
            <p:nvPr/>
          </p:nvSpPr>
          <p:spPr>
            <a:xfrm>
              <a:off x="2452621" y="354216"/>
              <a:ext cx="123444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GHG</a:t>
              </a:r>
              <a:endParaRPr lang="en-US" sz="1179" dirty="0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FE5E6629-D1DD-79DB-9115-3FD3095D0DBC}"/>
                </a:ext>
              </a:extLst>
            </p:cNvPr>
            <p:cNvSpPr/>
            <p:nvPr/>
          </p:nvSpPr>
          <p:spPr>
            <a:xfrm>
              <a:off x="1646006" y="578848"/>
              <a:ext cx="515000" cy="362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Labor, seed</a:t>
              </a:r>
              <a:endParaRPr lang="en-US" sz="1179" dirty="0"/>
            </a:p>
          </p:txBody>
        </p:sp>
        <p:pic>
          <p:nvPicPr>
            <p:cNvPr id="33" name="Image 73" descr="preencoded.png">
              <a:extLst>
                <a:ext uri="{FF2B5EF4-FFF2-40B4-BE49-F238E27FC236}">
                  <a16:creationId xmlns:a16="http://schemas.microsoft.com/office/drawing/2014/main" id="{EB7FFBC1-AF85-DF26-A0FD-29E80EEDE405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55"/>
            <a:stretch>
              <a:fillRect/>
            </a:stretch>
          </p:blipFill>
          <p:spPr>
            <a:xfrm>
              <a:off x="7263343" y="362228"/>
              <a:ext cx="627017" cy="845820"/>
            </a:xfrm>
            <a:prstGeom prst="rect">
              <a:avLst/>
            </a:prstGeom>
          </p:spPr>
        </p:pic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902A2F4B-E1CA-689C-E335-841F94184BF3}"/>
                </a:ext>
              </a:extLst>
            </p:cNvPr>
            <p:cNvSpPr/>
            <p:nvPr/>
          </p:nvSpPr>
          <p:spPr>
            <a:xfrm>
              <a:off x="7474410" y="331189"/>
              <a:ext cx="123444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GHG</a:t>
              </a:r>
              <a:endParaRPr lang="en-US" sz="1179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72C52261-F50D-8CB1-552A-839E43911D9E}"/>
                </a:ext>
              </a:extLst>
            </p:cNvPr>
            <p:cNvSpPr/>
            <p:nvPr/>
          </p:nvSpPr>
          <p:spPr>
            <a:xfrm>
              <a:off x="6667795" y="555820"/>
              <a:ext cx="515000" cy="362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6985"/>
                </a:lnSpc>
              </a:pPr>
              <a:r>
                <a:rPr lang="en-US" sz="1179" b="1" i="1" dirty="0">
                  <a:solidFill>
                    <a:srgbClr val="171717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Labor, seed</a:t>
              </a:r>
              <a:endParaRPr lang="en-US" sz="1179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C68FC1-0AEE-6110-754D-DC88EC1D6C74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5AA0E-513A-1AA0-39E4-B380E658562E}"/>
              </a:ext>
            </a:extLst>
          </p:cNvPr>
          <p:cNvSpPr txBox="1"/>
          <p:nvPr/>
        </p:nvSpPr>
        <p:spPr>
          <a:xfrm>
            <a:off x="678425" y="1148566"/>
            <a:ext cx="2943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Annual grains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2E77B-A500-CC88-A8C4-49A659EA7DCF}"/>
              </a:ext>
            </a:extLst>
          </p:cNvPr>
          <p:cNvSpPr txBox="1"/>
          <p:nvPr/>
        </p:nvSpPr>
        <p:spPr>
          <a:xfrm>
            <a:off x="678425" y="3890578"/>
            <a:ext cx="341798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Perennial grains</a:t>
            </a:r>
          </a:p>
        </p:txBody>
      </p:sp>
    </p:spTree>
    <p:extLst>
      <p:ext uri="{BB962C8B-B14F-4D97-AF65-F5344CB8AC3E}">
        <p14:creationId xmlns:p14="http://schemas.microsoft.com/office/powerpoint/2010/main" val="3373832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4349-8A2C-BF20-81EB-93DBD676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8ED7E-1FCB-C53F-E856-5B1FF77E0AD1}"/>
              </a:ext>
            </a:extLst>
          </p:cNvPr>
          <p:cNvSpPr txBox="1"/>
          <p:nvPr/>
        </p:nvSpPr>
        <p:spPr>
          <a:xfrm>
            <a:off x="2115685" y="718458"/>
            <a:ext cx="793018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What is the status of perennial grains?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B18B0-7D3D-587E-BEC7-07E85022BAC1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A18D6D6D-68AB-1C2E-711B-0F460B3A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88619" y="1986871"/>
            <a:ext cx="2814762" cy="2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F303-7A10-E5B0-CEB2-7A73B3CA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FA3FD6-5F0E-F263-D4DE-E26D20DF7AC2}"/>
              </a:ext>
            </a:extLst>
          </p:cNvPr>
          <p:cNvCxnSpPr>
            <a:cxnSpLocks/>
          </p:cNvCxnSpPr>
          <p:nvPr/>
        </p:nvCxnSpPr>
        <p:spPr>
          <a:xfrm>
            <a:off x="1015658" y="3979605"/>
            <a:ext cx="1039059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08943B-78F4-5982-EA04-B07EFC00D8F1}"/>
              </a:ext>
            </a:extLst>
          </p:cNvPr>
          <p:cNvSpPr/>
          <p:nvPr/>
        </p:nvSpPr>
        <p:spPr>
          <a:xfrm>
            <a:off x="885731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2D808-0CF5-6BE6-6E03-A1B1A0A2A7DD}"/>
              </a:ext>
            </a:extLst>
          </p:cNvPr>
          <p:cNvSpPr/>
          <p:nvPr/>
        </p:nvSpPr>
        <p:spPr>
          <a:xfrm>
            <a:off x="2788670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3B4C2-F510-087D-C02E-E7D67CB6AD44}"/>
              </a:ext>
            </a:extLst>
          </p:cNvPr>
          <p:cNvSpPr/>
          <p:nvPr/>
        </p:nvSpPr>
        <p:spPr>
          <a:xfrm>
            <a:off x="4691609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8B4FD-11F6-6F80-20C8-A12940734A6B}"/>
              </a:ext>
            </a:extLst>
          </p:cNvPr>
          <p:cNvSpPr/>
          <p:nvPr/>
        </p:nvSpPr>
        <p:spPr>
          <a:xfrm>
            <a:off x="6594548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92DFA-F61D-CD93-6A20-1DBC2BFD67E9}"/>
              </a:ext>
            </a:extLst>
          </p:cNvPr>
          <p:cNvSpPr/>
          <p:nvPr/>
        </p:nvSpPr>
        <p:spPr>
          <a:xfrm>
            <a:off x="8497487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4FA59-EA61-9EA5-FE5C-E7F12B79E2B4}"/>
              </a:ext>
            </a:extLst>
          </p:cNvPr>
          <p:cNvSpPr/>
          <p:nvPr/>
        </p:nvSpPr>
        <p:spPr>
          <a:xfrm>
            <a:off x="10400424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69E1E-5F43-75DA-0E24-141A03CC6FA9}"/>
              </a:ext>
            </a:extLst>
          </p:cNvPr>
          <p:cNvSpPr txBox="1"/>
          <p:nvPr/>
        </p:nvSpPr>
        <p:spPr>
          <a:xfrm>
            <a:off x="718582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EA8CE2-492C-BBC6-0592-65A42163A1F8}"/>
              </a:ext>
            </a:extLst>
          </p:cNvPr>
          <p:cNvSpPr txBox="1"/>
          <p:nvPr/>
        </p:nvSpPr>
        <p:spPr>
          <a:xfrm>
            <a:off x="2621139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4B8F30-BA76-2973-D47C-12F1D7A7E667}"/>
              </a:ext>
            </a:extLst>
          </p:cNvPr>
          <p:cNvSpPr txBox="1"/>
          <p:nvPr/>
        </p:nvSpPr>
        <p:spPr>
          <a:xfrm>
            <a:off x="4523696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5EC99A-CBEE-3279-15DE-31C9C51C8DB4}"/>
              </a:ext>
            </a:extLst>
          </p:cNvPr>
          <p:cNvSpPr txBox="1"/>
          <p:nvPr/>
        </p:nvSpPr>
        <p:spPr>
          <a:xfrm>
            <a:off x="6426253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3160E-F101-F210-9A08-483F19DEDF4F}"/>
              </a:ext>
            </a:extLst>
          </p:cNvPr>
          <p:cNvSpPr txBox="1"/>
          <p:nvPr/>
        </p:nvSpPr>
        <p:spPr>
          <a:xfrm>
            <a:off x="8328810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8AE093-AF1F-E5D2-8CDC-923048D9654D}"/>
              </a:ext>
            </a:extLst>
          </p:cNvPr>
          <p:cNvSpPr txBox="1"/>
          <p:nvPr/>
        </p:nvSpPr>
        <p:spPr>
          <a:xfrm>
            <a:off x="10231369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2030</a:t>
            </a:r>
          </a:p>
        </p:txBody>
      </p:sp>
    </p:spTree>
    <p:extLst>
      <p:ext uri="{BB962C8B-B14F-4D97-AF65-F5344CB8AC3E}">
        <p14:creationId xmlns:p14="http://schemas.microsoft.com/office/powerpoint/2010/main" val="135906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25A9-BBAA-F68E-8D18-210560F2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B9113E-36E6-2553-C551-8F7AE5CE4867}"/>
              </a:ext>
            </a:extLst>
          </p:cNvPr>
          <p:cNvSpPr/>
          <p:nvPr/>
        </p:nvSpPr>
        <p:spPr>
          <a:xfrm>
            <a:off x="993058" y="3657600"/>
            <a:ext cx="8663081" cy="28513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0945C-F1AD-9D74-3350-6B99C61E0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98" y="164361"/>
            <a:ext cx="8663081" cy="3313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04CEA1-C13A-200D-4F49-8449CDC07490}"/>
              </a:ext>
            </a:extLst>
          </p:cNvPr>
          <p:cNvCxnSpPr>
            <a:cxnSpLocks/>
          </p:cNvCxnSpPr>
          <p:nvPr/>
        </p:nvCxnSpPr>
        <p:spPr>
          <a:xfrm>
            <a:off x="1015658" y="3979605"/>
            <a:ext cx="1039059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77ED328-0FEB-03A4-D28A-DA97F1BDA415}"/>
              </a:ext>
            </a:extLst>
          </p:cNvPr>
          <p:cNvSpPr/>
          <p:nvPr/>
        </p:nvSpPr>
        <p:spPr>
          <a:xfrm>
            <a:off x="885731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3441D3-3228-8AAF-5D60-69A7D1C7E0E2}"/>
              </a:ext>
            </a:extLst>
          </p:cNvPr>
          <p:cNvSpPr/>
          <p:nvPr/>
        </p:nvSpPr>
        <p:spPr>
          <a:xfrm>
            <a:off x="2788670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80E912-DC7E-F2F9-138C-5F853C0D9594}"/>
              </a:ext>
            </a:extLst>
          </p:cNvPr>
          <p:cNvSpPr/>
          <p:nvPr/>
        </p:nvSpPr>
        <p:spPr>
          <a:xfrm>
            <a:off x="4691609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D0432B-1CB5-ADD8-39D6-6492BA130012}"/>
              </a:ext>
            </a:extLst>
          </p:cNvPr>
          <p:cNvSpPr/>
          <p:nvPr/>
        </p:nvSpPr>
        <p:spPr>
          <a:xfrm>
            <a:off x="6594548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1946A-C8D8-1104-D1E5-9CAC35783473}"/>
              </a:ext>
            </a:extLst>
          </p:cNvPr>
          <p:cNvSpPr/>
          <p:nvPr/>
        </p:nvSpPr>
        <p:spPr>
          <a:xfrm>
            <a:off x="8497487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A8978-9DBF-312A-983D-32B5331C3F81}"/>
              </a:ext>
            </a:extLst>
          </p:cNvPr>
          <p:cNvSpPr/>
          <p:nvPr/>
        </p:nvSpPr>
        <p:spPr>
          <a:xfrm>
            <a:off x="10400424" y="3935358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E0C0E8-A3FE-F18F-44E4-A3F1E2FC1026}"/>
              </a:ext>
            </a:extLst>
          </p:cNvPr>
          <p:cNvSpPr txBox="1"/>
          <p:nvPr/>
        </p:nvSpPr>
        <p:spPr>
          <a:xfrm>
            <a:off x="718582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3ECAD-6BB2-4977-7260-81E7E15270AE}"/>
              </a:ext>
            </a:extLst>
          </p:cNvPr>
          <p:cNvSpPr txBox="1"/>
          <p:nvPr/>
        </p:nvSpPr>
        <p:spPr>
          <a:xfrm>
            <a:off x="2621139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D2F69B-0A59-A521-6700-FAAAD3D5BCCD}"/>
              </a:ext>
            </a:extLst>
          </p:cNvPr>
          <p:cNvSpPr txBox="1"/>
          <p:nvPr/>
        </p:nvSpPr>
        <p:spPr>
          <a:xfrm>
            <a:off x="4523696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27818-0715-5F03-A109-A249C0193D6D}"/>
              </a:ext>
            </a:extLst>
          </p:cNvPr>
          <p:cNvSpPr txBox="1"/>
          <p:nvPr/>
        </p:nvSpPr>
        <p:spPr>
          <a:xfrm>
            <a:off x="6426253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77114C-58A4-6A97-BD10-7F54EE8D94EF}"/>
              </a:ext>
            </a:extLst>
          </p:cNvPr>
          <p:cNvSpPr txBox="1"/>
          <p:nvPr/>
        </p:nvSpPr>
        <p:spPr>
          <a:xfrm>
            <a:off x="8328810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141382-1849-405E-8C46-7A4464F895CC}"/>
              </a:ext>
            </a:extLst>
          </p:cNvPr>
          <p:cNvSpPr txBox="1"/>
          <p:nvPr/>
        </p:nvSpPr>
        <p:spPr>
          <a:xfrm>
            <a:off x="10231369" y="42702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2030</a:t>
            </a:r>
          </a:p>
        </p:txBody>
      </p:sp>
    </p:spTree>
    <p:extLst>
      <p:ext uri="{BB962C8B-B14F-4D97-AF65-F5344CB8AC3E}">
        <p14:creationId xmlns:p14="http://schemas.microsoft.com/office/powerpoint/2010/main" val="4236579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5514-844A-F898-1467-4DE75312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E8DA37-AB5C-5D26-A981-A87FEBEF616E}"/>
              </a:ext>
            </a:extLst>
          </p:cNvPr>
          <p:cNvSpPr/>
          <p:nvPr/>
        </p:nvSpPr>
        <p:spPr>
          <a:xfrm>
            <a:off x="666734" y="360774"/>
            <a:ext cx="8663081" cy="28513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5DB65A2-25F2-D47B-2B24-5561A4E7718C}"/>
              </a:ext>
            </a:extLst>
          </p:cNvPr>
          <p:cNvCxnSpPr>
            <a:cxnSpLocks/>
          </p:cNvCxnSpPr>
          <p:nvPr/>
        </p:nvCxnSpPr>
        <p:spPr>
          <a:xfrm>
            <a:off x="689334" y="682779"/>
            <a:ext cx="1039059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9C26DB4-B42F-BA05-EEAA-BD295C49B003}"/>
              </a:ext>
            </a:extLst>
          </p:cNvPr>
          <p:cNvSpPr/>
          <p:nvPr/>
        </p:nvSpPr>
        <p:spPr>
          <a:xfrm>
            <a:off x="559407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7E324-640A-62F4-FAC3-5411762E958B}"/>
              </a:ext>
            </a:extLst>
          </p:cNvPr>
          <p:cNvSpPr/>
          <p:nvPr/>
        </p:nvSpPr>
        <p:spPr>
          <a:xfrm>
            <a:off x="2462346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6001C-EA55-2FC7-8371-E8EEA080E8A0}"/>
              </a:ext>
            </a:extLst>
          </p:cNvPr>
          <p:cNvSpPr/>
          <p:nvPr/>
        </p:nvSpPr>
        <p:spPr>
          <a:xfrm>
            <a:off x="4365285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3E3E7D-5CB8-7137-5CE7-9544BABF563A}"/>
              </a:ext>
            </a:extLst>
          </p:cNvPr>
          <p:cNvSpPr/>
          <p:nvPr/>
        </p:nvSpPr>
        <p:spPr>
          <a:xfrm>
            <a:off x="6268224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806DC-94B1-0624-9473-5B60AE4EAD39}"/>
              </a:ext>
            </a:extLst>
          </p:cNvPr>
          <p:cNvSpPr/>
          <p:nvPr/>
        </p:nvSpPr>
        <p:spPr>
          <a:xfrm>
            <a:off x="8171163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6204C-8A12-DD81-3EF3-FE36AD7BD7EE}"/>
              </a:ext>
            </a:extLst>
          </p:cNvPr>
          <p:cNvSpPr/>
          <p:nvPr/>
        </p:nvSpPr>
        <p:spPr>
          <a:xfrm>
            <a:off x="10074100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253251-E058-B34A-8125-EF13C519D8AA}"/>
              </a:ext>
            </a:extLst>
          </p:cNvPr>
          <p:cNvSpPr txBox="1"/>
          <p:nvPr/>
        </p:nvSpPr>
        <p:spPr>
          <a:xfrm>
            <a:off x="392258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7093ED-8C1D-B37F-E5D2-45378AA57A3B}"/>
              </a:ext>
            </a:extLst>
          </p:cNvPr>
          <p:cNvSpPr txBox="1"/>
          <p:nvPr/>
        </p:nvSpPr>
        <p:spPr>
          <a:xfrm>
            <a:off x="2294815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209EA9-DB3B-62F0-A713-130DB98A069F}"/>
              </a:ext>
            </a:extLst>
          </p:cNvPr>
          <p:cNvSpPr txBox="1"/>
          <p:nvPr/>
        </p:nvSpPr>
        <p:spPr>
          <a:xfrm>
            <a:off x="4197372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D40075-0B32-3195-7B74-3BFD12338703}"/>
              </a:ext>
            </a:extLst>
          </p:cNvPr>
          <p:cNvSpPr txBox="1"/>
          <p:nvPr/>
        </p:nvSpPr>
        <p:spPr>
          <a:xfrm>
            <a:off x="6099929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F56F19-9071-2FED-D755-DFABD4B9F135}"/>
              </a:ext>
            </a:extLst>
          </p:cNvPr>
          <p:cNvSpPr txBox="1"/>
          <p:nvPr/>
        </p:nvSpPr>
        <p:spPr>
          <a:xfrm>
            <a:off x="8002486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B05E38-6713-2DC3-9973-FBC97ECF4036}"/>
              </a:ext>
            </a:extLst>
          </p:cNvPr>
          <p:cNvSpPr txBox="1"/>
          <p:nvPr/>
        </p:nvSpPr>
        <p:spPr>
          <a:xfrm>
            <a:off x="9905045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2030</a:t>
            </a:r>
          </a:p>
        </p:txBody>
      </p:sp>
    </p:spTree>
    <p:extLst>
      <p:ext uri="{BB962C8B-B14F-4D97-AF65-F5344CB8AC3E}">
        <p14:creationId xmlns:p14="http://schemas.microsoft.com/office/powerpoint/2010/main" val="22513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ADBD-FEA1-CED5-821C-778FA535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C3829A8-4AF3-C257-CF4C-E58DAEC3E47C}"/>
              </a:ext>
            </a:extLst>
          </p:cNvPr>
          <p:cNvSpPr/>
          <p:nvPr/>
        </p:nvSpPr>
        <p:spPr>
          <a:xfrm>
            <a:off x="8777398" y="5869509"/>
            <a:ext cx="1395855" cy="216238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00B050"/>
              </a:gs>
              <a:gs pos="100000">
                <a:schemeClr val="bg1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7A674B-D124-F0D2-6BBC-0464F294D1C4}"/>
              </a:ext>
            </a:extLst>
          </p:cNvPr>
          <p:cNvSpPr/>
          <p:nvPr/>
        </p:nvSpPr>
        <p:spPr>
          <a:xfrm>
            <a:off x="6752672" y="4780076"/>
            <a:ext cx="3420581" cy="21626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00B050"/>
              </a:gs>
              <a:gs pos="100000">
                <a:schemeClr val="bg1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2D9881-C5DB-3280-C7DB-2EAC452DB582}"/>
              </a:ext>
            </a:extLst>
          </p:cNvPr>
          <p:cNvSpPr/>
          <p:nvPr/>
        </p:nvSpPr>
        <p:spPr>
          <a:xfrm>
            <a:off x="5637369" y="3520347"/>
            <a:ext cx="4535884" cy="21626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00B050"/>
              </a:gs>
              <a:gs pos="100000">
                <a:schemeClr val="bg1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E14130-8469-FE82-EA8F-D5662C490ADB}"/>
              </a:ext>
            </a:extLst>
          </p:cNvPr>
          <p:cNvSpPr/>
          <p:nvPr/>
        </p:nvSpPr>
        <p:spPr>
          <a:xfrm>
            <a:off x="5538215" y="2297329"/>
            <a:ext cx="4635037" cy="21626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00B050"/>
              </a:gs>
              <a:gs pos="100000">
                <a:schemeClr val="bg1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0A3F1-95FA-4789-77D3-A3ED299E432E}"/>
              </a:ext>
            </a:extLst>
          </p:cNvPr>
          <p:cNvSpPr/>
          <p:nvPr/>
        </p:nvSpPr>
        <p:spPr>
          <a:xfrm>
            <a:off x="3510116" y="1526070"/>
            <a:ext cx="6663136" cy="239785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36000">
                <a:srgbClr val="00B050"/>
              </a:gs>
              <a:gs pos="100000">
                <a:schemeClr val="bg1"/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479F5-9197-F550-5F08-5675193934E4}"/>
              </a:ext>
            </a:extLst>
          </p:cNvPr>
          <p:cNvSpPr/>
          <p:nvPr/>
        </p:nvSpPr>
        <p:spPr>
          <a:xfrm>
            <a:off x="666734" y="360774"/>
            <a:ext cx="8663081" cy="28513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23487E-5FCE-35D3-1208-8919D349E75E}"/>
              </a:ext>
            </a:extLst>
          </p:cNvPr>
          <p:cNvCxnSpPr>
            <a:cxnSpLocks/>
          </p:cNvCxnSpPr>
          <p:nvPr/>
        </p:nvCxnSpPr>
        <p:spPr>
          <a:xfrm>
            <a:off x="689334" y="682779"/>
            <a:ext cx="1039059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4DFFE33-203B-2672-0B68-84BF4324E3EB}"/>
              </a:ext>
            </a:extLst>
          </p:cNvPr>
          <p:cNvSpPr/>
          <p:nvPr/>
        </p:nvSpPr>
        <p:spPr>
          <a:xfrm>
            <a:off x="559407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E2DCD4-AD86-2539-B5A3-F13E1A04A90A}"/>
              </a:ext>
            </a:extLst>
          </p:cNvPr>
          <p:cNvSpPr/>
          <p:nvPr/>
        </p:nvSpPr>
        <p:spPr>
          <a:xfrm>
            <a:off x="2462346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27C9D-CA94-02F7-0559-12DA1EF11074}"/>
              </a:ext>
            </a:extLst>
          </p:cNvPr>
          <p:cNvSpPr/>
          <p:nvPr/>
        </p:nvSpPr>
        <p:spPr>
          <a:xfrm>
            <a:off x="4365285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628E8-CC84-5AE5-6D39-5E3AA345CE5E}"/>
              </a:ext>
            </a:extLst>
          </p:cNvPr>
          <p:cNvSpPr/>
          <p:nvPr/>
        </p:nvSpPr>
        <p:spPr>
          <a:xfrm>
            <a:off x="6268224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2A9D4-CE77-9740-00CA-F210D9FF8998}"/>
              </a:ext>
            </a:extLst>
          </p:cNvPr>
          <p:cNvSpPr/>
          <p:nvPr/>
        </p:nvSpPr>
        <p:spPr>
          <a:xfrm>
            <a:off x="8171163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F05626-6C83-F771-AB99-45BDE2A333FD}"/>
              </a:ext>
            </a:extLst>
          </p:cNvPr>
          <p:cNvSpPr/>
          <p:nvPr/>
        </p:nvSpPr>
        <p:spPr>
          <a:xfrm>
            <a:off x="10074100" y="638532"/>
            <a:ext cx="169253" cy="105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673145-3A8D-A16A-08B3-343AB664ADB1}"/>
              </a:ext>
            </a:extLst>
          </p:cNvPr>
          <p:cNvSpPr txBox="1"/>
          <p:nvPr/>
        </p:nvSpPr>
        <p:spPr>
          <a:xfrm>
            <a:off x="392258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8A07C3-9FE4-18E6-D480-7D30C1E7D823}"/>
              </a:ext>
            </a:extLst>
          </p:cNvPr>
          <p:cNvSpPr txBox="1"/>
          <p:nvPr/>
        </p:nvSpPr>
        <p:spPr>
          <a:xfrm>
            <a:off x="2294815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56144-0B10-5631-1CC5-BD03C8F3540A}"/>
              </a:ext>
            </a:extLst>
          </p:cNvPr>
          <p:cNvSpPr txBox="1"/>
          <p:nvPr/>
        </p:nvSpPr>
        <p:spPr>
          <a:xfrm>
            <a:off x="4197372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7EC519-F16F-41F9-8BD9-68B7F8C46E69}"/>
              </a:ext>
            </a:extLst>
          </p:cNvPr>
          <p:cNvSpPr txBox="1"/>
          <p:nvPr/>
        </p:nvSpPr>
        <p:spPr>
          <a:xfrm>
            <a:off x="6099929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A31120-747F-3FC3-F91E-5EB621068E5B}"/>
              </a:ext>
            </a:extLst>
          </p:cNvPr>
          <p:cNvSpPr txBox="1"/>
          <p:nvPr/>
        </p:nvSpPr>
        <p:spPr>
          <a:xfrm>
            <a:off x="8002486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BC9D49-2C3C-C35F-2576-B02ACB0EA772}"/>
              </a:ext>
            </a:extLst>
          </p:cNvPr>
          <p:cNvSpPr txBox="1"/>
          <p:nvPr/>
        </p:nvSpPr>
        <p:spPr>
          <a:xfrm>
            <a:off x="9905045" y="9734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2030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51A19D-2ECA-ED76-ECC7-62D9BC2C4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67" y="3159357"/>
            <a:ext cx="2566014" cy="11290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BF0A0E-939F-EAF2-7CE1-877AB3FB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76" y="1034921"/>
            <a:ext cx="2740596" cy="1386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B48EDD-7425-0AB3-A91B-EBBF167BF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467" y="1819661"/>
            <a:ext cx="3315705" cy="1237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A8215-EE10-47AB-9575-48800763C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329" y="4279598"/>
            <a:ext cx="2953407" cy="15970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F620838-4555-C0A9-CD26-D674AFF09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0736" y="5267831"/>
            <a:ext cx="2347204" cy="12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7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D1C5-DAC2-B249-BBA2-DEB1356C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2A9EF-3413-D6E6-EF48-38FD1C5C7160}"/>
              </a:ext>
            </a:extLst>
          </p:cNvPr>
          <p:cNvSpPr txBox="1"/>
          <p:nvPr/>
        </p:nvSpPr>
        <p:spPr>
          <a:xfrm>
            <a:off x="3352504" y="718458"/>
            <a:ext cx="5456557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More about </a:t>
            </a:r>
          </a:p>
          <a:p>
            <a:pPr algn="ctr">
              <a:defRPr sz="3800" b="1"/>
            </a:pPr>
            <a:r>
              <a:rPr lang="en-US" dirty="0" err="1"/>
              <a:t>GoodGrain’s</a:t>
            </a:r>
            <a:r>
              <a:rPr lang="en-US" dirty="0"/>
              <a:t> perennial rye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C3B9E-B318-2E40-6FB0-225E1555A87E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643E8152-29B9-5435-902D-C9235303C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88619" y="1986871"/>
            <a:ext cx="2814762" cy="2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57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17A2-DFF0-F91F-EE1C-7DD6DA50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EE090C-96DA-D2BD-1855-5FC6AD7EA196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CBA8D-C84F-6610-F5E3-68E47F58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631" y="874038"/>
            <a:ext cx="8341090" cy="43339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FDC014-10C5-E880-41BF-2BB9BA1869E7}"/>
              </a:ext>
            </a:extLst>
          </p:cNvPr>
          <p:cNvSpPr/>
          <p:nvPr/>
        </p:nvSpPr>
        <p:spPr>
          <a:xfrm>
            <a:off x="1995055" y="3148445"/>
            <a:ext cx="8853054" cy="2618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12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66F1-A269-F05B-BA33-56E57E58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6F64FB-2B7C-45E0-8FB5-3DA824CE4012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2D002-19AB-9B29-B10E-DFDC6D4F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631" y="874038"/>
            <a:ext cx="8341090" cy="433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52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56F560-2A62-AD83-0B98-802CC98CC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205" y="745067"/>
            <a:ext cx="3695700" cy="492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85B580-DED0-58C5-42F5-710EE25DB4F5}"/>
              </a:ext>
            </a:extLst>
          </p:cNvPr>
          <p:cNvSpPr txBox="1"/>
          <p:nvPr/>
        </p:nvSpPr>
        <p:spPr>
          <a:xfrm>
            <a:off x="7093794" y="5831331"/>
            <a:ext cx="3352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12 October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843CE-B451-F740-F4C5-87DEFD09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14778" y="1361018"/>
            <a:ext cx="4927600" cy="3695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087E8-0300-E510-713C-FEB3BE13CC98}"/>
              </a:ext>
            </a:extLst>
          </p:cNvPr>
          <p:cNvSpPr txBox="1"/>
          <p:nvPr/>
        </p:nvSpPr>
        <p:spPr>
          <a:xfrm>
            <a:off x="1964400" y="5869431"/>
            <a:ext cx="3133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12 August 2025</a:t>
            </a:r>
          </a:p>
        </p:txBody>
      </p:sp>
    </p:spTree>
    <p:extLst>
      <p:ext uri="{BB962C8B-B14F-4D97-AF65-F5344CB8AC3E}">
        <p14:creationId xmlns:p14="http://schemas.microsoft.com/office/powerpoint/2010/main" val="3184187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602D72-7C5F-22B9-185B-CB7D6A67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C28BC5-F1B8-3FEA-1961-32F094B898E0}"/>
              </a:ext>
            </a:extLst>
          </p:cNvPr>
          <p:cNvSpPr txBox="1"/>
          <p:nvPr/>
        </p:nvSpPr>
        <p:spPr>
          <a:xfrm>
            <a:off x="1673455" y="3687340"/>
            <a:ext cx="3779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Perennial rye grain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7A5EC-90AF-ABBB-0DA8-A56E1705BFB9}"/>
              </a:ext>
            </a:extLst>
          </p:cNvPr>
          <p:cNvSpPr txBox="1"/>
          <p:nvPr/>
        </p:nvSpPr>
        <p:spPr>
          <a:xfrm>
            <a:off x="7333882" y="5793231"/>
            <a:ext cx="333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Annual rye grain</a:t>
            </a:r>
          </a:p>
        </p:txBody>
      </p:sp>
    </p:spTree>
    <p:extLst>
      <p:ext uri="{BB962C8B-B14F-4D97-AF65-F5344CB8AC3E}">
        <p14:creationId xmlns:p14="http://schemas.microsoft.com/office/powerpoint/2010/main" val="317483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D0B2-4FD9-2110-0371-37D33C63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1637D-D5A2-048D-89A2-416473FF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21CEBB-7746-4D1E-F7C7-88FF5D056FD6}"/>
              </a:ext>
            </a:extLst>
          </p:cNvPr>
          <p:cNvSpPr txBox="1"/>
          <p:nvPr/>
        </p:nvSpPr>
        <p:spPr>
          <a:xfrm>
            <a:off x="1673455" y="3687340"/>
            <a:ext cx="3779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Perennial rye grain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DC83B-E5BB-1EFC-FE52-6055601F8E53}"/>
              </a:ext>
            </a:extLst>
          </p:cNvPr>
          <p:cNvSpPr txBox="1"/>
          <p:nvPr/>
        </p:nvSpPr>
        <p:spPr>
          <a:xfrm>
            <a:off x="7333882" y="5793231"/>
            <a:ext cx="333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Annual rye grain</a:t>
            </a:r>
          </a:p>
        </p:txBody>
      </p:sp>
      <p:pic>
        <p:nvPicPr>
          <p:cNvPr id="4" name="Picture 3" descr="figure-1.png">
            <a:extLst>
              <a:ext uri="{FF2B5EF4-FFF2-40B4-BE49-F238E27FC236}">
                <a16:creationId xmlns:a16="http://schemas.microsoft.com/office/drawing/2014/main" id="{89C94B6E-21B3-82F5-D686-D88C4520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33" t="54665" r="6842" b="22652"/>
          <a:stretch>
            <a:fillRect/>
          </a:stretch>
        </p:blipFill>
        <p:spPr>
          <a:xfrm>
            <a:off x="4989955" y="1058440"/>
            <a:ext cx="2657754" cy="26289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282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Funding and project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/>
              <a:t>This citizen science project is part of an NNF Plant2Food research project (Grant #NNF22SA0081019).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Aarhus University: Department of Agroecology and Department of Food Science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Wageningen University and Research, Netherlands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Meyers, a Danish food enterprise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More information: projects.au.dk/plant2food/funded-projects/</a:t>
            </a:r>
            <a:r>
              <a:rPr dirty="0" err="1"/>
              <a:t>goodgrain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E1FB6-3B1A-9CE0-8ADB-A7A625C20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40" y="4231977"/>
            <a:ext cx="3311781" cy="1380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B5BF54-6B09-E712-9F0F-EB29AE4F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65" y="4598047"/>
            <a:ext cx="3660699" cy="819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C58AB-41F2-9A15-E37C-889CC005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29" y="3487771"/>
            <a:ext cx="2868968" cy="2868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FE654F-B31E-3319-FE9B-453B9E88B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165" y="4418981"/>
            <a:ext cx="1204579" cy="120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76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6CDB-5C6F-E84A-6041-41D8A30D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0D1A0-6B15-CBC5-7CD5-69CB766BE6E7}"/>
              </a:ext>
            </a:extLst>
          </p:cNvPr>
          <p:cNvSpPr txBox="1"/>
          <p:nvPr/>
        </p:nvSpPr>
        <p:spPr>
          <a:xfrm>
            <a:off x="4860162" y="718458"/>
            <a:ext cx="24412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8E017F-93F9-47A1-BB15-443552B58FE0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725BFA5B-5333-89D8-74D8-5C63C2A3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88619" y="1986871"/>
            <a:ext cx="2814762" cy="280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3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a53ffff9-8ee2-44cf-94b4-70797c2a75b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a53ffff9-8ee2-44cf-94b4-70797c2a75b3&quot;:{&quot;type&quot;:&quot;FIGURE_OBJECT&quot;,&quot;id&quot;:&quot;a53ffff9-8ee2-44cf-94b4-70797c2a75b3&quot;,&quot;relativeTransform&quot;:{&quot;translate&quot;:{&quot;x&quot;:-26.67920260447898,&quot;y&quot;:-192.3249137727807},&quot;rotate&quot;:0,&quot;skewX&quot;:0,&quot;scale&quot;:{&quot;x&quot;:1,&quot;y&quot;:1}},&quot;opacity&quot;:1,&quot;path&quot;:{&quot;type&quot;:&quot;RECT&quot;,&quot;size&quot;:{&quot;x&quot;:826.9094338189946,&quot;y&quot;:27.853187448303768},&quot;cornerRounding&quot;:{&quot;type&quot;:&quot;ARC_LENGTH&quot;,&quot;global&quot;:14.838760736151375}},&quot;pathStyles&quot;:[{&quot;type&quot;:&quot;FILL&quot;,&quot;fillStyle&quot;:&quot;rgba(129,134,137,1)&quot;},{&quot;type&quot;:&quot;STROKE&quot;,&quot;strokeStyle&quot;:&quot;rgba(0,0,0,0)&quot;,&quot;lineWidth&quot;:1.8893296964131385,&quot;lineJoin&quot;:&quot;round&quot;}],&quot;isLocked&quot;:false,&quot;parent&quot;:{&quot;type&quot;:&quot;CHILD&quot;,&quot;parentId&quot;:&quot;b15b33a2-3dce-487a-9233-a209c5b3ef57&quot;,&quot;order&quot;:&quot;005&quot;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7987dea-688a-4d0d-aef7-b29224f8baf5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7987dea-688a-4d0d-aef7-b29224f8baf5&quot;:{&quot;id&quot;:&quot;b7987dea-688a-4d0d-aef7-b29224f8baf5&quot;,&quot;name&quot;:&quot;Wheat bundle&quot;,&quot;displayName&quot;:&quot;&quot;,&quot;type&quot;:&quot;FIGURE_OBJECT&quot;,&quot;relativeTransform&quot;:{&quot;translate&quot;:{&quot;x&quot;:-178.8104483206389,&quot;y&quot;:-250.6507553626413},&quot;rotate&quot;:0,&quot;skewX&quot;:0,&quot;scale&quot;:{&quot;x&quot;:0.47992348091923037,&quot;y&quot;:0.47992348091923037}},&quot;image&quot;:{&quot;url&quot;:&quot;https://icons.cdn.biorender.com/biorender/6564d97a1fe35400ab498692/20231127180314/image/6564d97a1fe35400ab498692.png&quot;,&quot;isPremium&quot;:false,&quot;size&quot;:{&quot;x&quot;:100,&quot;y&quot;:193.1034482758621},&quot;fallbackUrl&quot;:&quot;sources/icons/6564d97a1fe35400ab498692/20231127180314/image/6564d97a1fe35400ab498692.svg&quot;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01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660d227-179a-4494-89fe-b030f2d6fd5b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660d227-179a-4494-89fe-b030f2d6fd5b&quot;:{&quot;id&quot;:&quot;6660d227-179a-4494-89fe-b030f2d6fd5b&quot;,&quot;name&quot;:&quot;Wheat (seedling 3, with roots)&quot;,&quot;displayName&quot;:&quot;&quot;,&quot;type&quot;:&quot;FIGURE_OBJECT&quot;,&quot;relativeTransform&quot;:{&quot;translate&quot;:{&quot;x&quot;:-278.2652946882106,&quot;y&quot;:-216.1704884031015},&quot;rotate&quot;:0,&quot;skewX&quot;:0,&quot;scale&quot;:{&quot;x&quot;:0.3045154922454118,&quot;y&quot;:0.3045154922454118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02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d16279b-1645-4539-a102-0ada66fa27a2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d16279b-1645-4539-a102-0ada66fa27a2&quot;:{&quot;id&quot;:&quot;6d16279b-1645-4539-a102-0ada66fa27a2&quot;,&quot;name&quot;:&quot;Wheat (seedling 3, with roots)&quot;,&quot;displayName&quot;:&quot;&quot;,&quot;type&quot;:&quot;FIGURE_OBJECT&quot;,&quot;relativeTransform&quot;:{&quot;translate&quot;:{&quot;x&quot;:-228.62633538626338,&quot;y&quot;:-216.1704884031015},&quot;rotate&quot;:0,&quot;skewX&quot;:0,&quot;scale&quot;:{&quot;x&quot;:0.491225721067416,&quot;y&quot;:0.491225721067416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02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3e21ddf0-90d3-459c-9218-0b274121bf11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3e21ddf0-90d3-459c-9218-0b274121bf11&quot;:{&quot;id&quot;:&quot;3e21ddf0-90d3-459c-9218-0b274121bf11&quot;,&quot;name&quot;:&quot;Wheat (seedling 3, with roots)&quot;,&quot;displayName&quot;:&quot;&quot;,&quot;type&quot;:&quot;FIGURE_OBJECT&quot;,&quot;relativeTransform&quot;:{&quot;translate&quot;:{&quot;x&quot;:-339.5328326646266,&quot;y&quot;:-210.5024993138621},&quot;rotate&quot;:0,&quot;skewX&quot;:0,&quot;scale&quot;:{&quot;x&quot;:0.1444781532551226,&quot;y&quot;:0.1444781532551226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03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9e7efecf-efc7-4072-8008-55986d78557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9e7efecf-efc7-4072-8008-55986d785577&quot;:{&quot;id&quot;:&quot;9e7efecf-efc7-4072-8008-55986d785577&quot;,&quot;name&quot;:&quot;Wheat (seedling 3, with roots)&quot;,&quot;displayName&quot;:&quot;&quot;,&quot;type&quot;:&quot;FIGURE_OBJECT&quot;,&quot;relativeTransform&quot;:{&quot;translate&quot;:{&quot;x&quot;:-313.33285343397813,&quot;y&quot;:-213.6536344705172},&quot;rotate&quot;:0,&quot;skewX&quot;:0,&quot;scale&quot;:{&quot;x&quot;:0.20849308885123835,&quot;y&quot;:0.20849308885123838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0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22f336e-9af2-448f-a483-e3f94a7574b6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22f336e-9af2-448f-a483-e3f94a7574b6&quot;:{&quot;id&quot;:&quot;822f336e-9af2-448f-a483-e3f94a7574b6&quot;,&quot;name&quot;:&quot;Wheat bundle&quot;,&quot;displayName&quot;:&quot;&quot;,&quot;type&quot;:&quot;FIGURE_OBJECT&quot;,&quot;relativeTransform&quot;:{&quot;translate&quot;:{&quot;x&quot;:-114.31359718867057,&quot;y&quot;:-250.6503246811437},&quot;rotate&quot;:0,&quot;skewX&quot;:0,&quot;scale&quot;:{&quot;x&quot;:0.47992348091923037,&quot;y&quot;:0.47992348091923037}},&quot;image&quot;:{&quot;url&quot;:&quot;https://icons.cdn.biorender.com/biorender/6564d9e5d2ac48027f88d9e4/6564d97a1fe35400ab498692.png&quot;,&quot;isPremium&quot;:false,&quot;size&quot;:{&quot;x&quot;:100,&quot;y&quot;:193.1034482758621},&quot;fallbackUrl&quot;:&quot;sources/icons/6564d9e5d2ac48027f88d9e4/6564d97a1fe35400ab498692.svg&quot;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055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d40a37d-a586-4405-ac19-af54375a867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d40a37d-a586-4405-ac19-af54375a8677&quot;:{&quot;type&quot;:&quot;FIGURE_OBJECT&quot;,&quot;id&quot;:&quot;8d40a37d-a586-4405-ac19-af54375a8677&quot;,&quot;relativeTransform&quot;:{&quot;translate&quot;:{&quot;x&quot;:30.21877514008383,&quot;y&quot;:-216.9817881607102},&quot;rotate&quot;:0,&quot;skewX&quot;:0,&quot;scale&quot;:{&quot;x&quot;:1,&quot;y&quot;:1}},&quot;opacity&quot;:1,&quot;path&quot;:{&quot;type&quot;:&quot;POLY_LINE&quot;,&quot;points&quot;:[{&quot;x&quot;:0,&quot;y&quot;:-51.88657511887426},{&quot;x&quot;:0,&quot;y&quot;:51.88657511887426}],&quot;closed&quot;:false},&quot;pathStyles&quot;:[{&quot;type&quot;:&quot;FILL&quot;,&quot;fillStyle&quot;:&quot;rgba(0,0,0,0)&quot;},{&quot;type&quot;:&quot;STROKE&quot;,&quot;strokeStyle&quot;:&quot;#232323&quot;,&quot;lineWidth&quot;:1.8893296964131385,&quot;lineJoin&quot;:&quot;round&quot;,&quot;dashArray&quot;:[4]}],&quot;isLocked&quot;:false,&quot;parent&quot;:{&quot;type&quot;:&quot;CHILD&quot;,&quot;parentId&quot;:&quot;b15b33a2-3dce-487a-9233-a209c5b3ef57&quot;,&quot;order&quot;:&quot;06&quot;},&quot;connectorInfo&quot;:{&quot;connectedObjects&quot;:[],&quot;type&quot;:&quot;LINE&quot;,&quot;offset&quot;:{&quot;x&quot;:0,&quot;y&quot;:0},&quot;bending&quot;:0.1,&quot;firstElementIsHead&quot;:true,&quot;customized&quot;:false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c5fa64e-19d4-436b-83ce-9f16fe7e612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c5fa64e-19d4-436b-83ce-9f16fe7e6127&quot;:{&quot;id&quot;:&quot;6c5fa64e-19d4-436b-83ce-9f16fe7e6127&quot;,&quot;name&quot;:&quot;Tractor (symbol)&quot;,&quot;displayName&quot;:&quot;&quot;,&quot;type&quot;:&quot;FIGURE_OBJECT&quot;,&quot;relativeTransform&quot;:{&quot;translate&quot;:{&quot;x&quot;:-385.8258547005692,&quot;y&quot;:-232.31548072176315},&quot;rotate&quot;:0,&quot;skewX&quot;:0,&quot;scale&quot;:{&quot;x&quot;:0.553126145896853,&quot;y&quot;:0.553126145896853}},&quot;image&quot;:{&quot;url&quot;:&quot;https://icons.cdn.biorender.com/biorender/65c10951dd873ad30e4e1e7c/65c10923dd873a6ec04e1e5f.png&quot;,&quot;isPremium&quot;:false,&quot;size&quot;:{&quot;x&quot;:100,&quot;y&quot;:85.75},&quot;fallbackUrl&quot;:&quot;sources/icons/65c10951dd873ad30e4e1e7c/65c10923dd873a6ec04e1e5f.svg&quot;},&quot;source&quot;:{&quot;id&quot;:&quot;65c10923dd873a6ec04e1e5f&quot;,&quot;version&quot;:1707149633,&quot;type&quot;:&quot;ASSETS&quot;},&quot;isPremium&quot;:false,&quot;parent&quot;:{&quot;type&quot;:&quot;CHILD&quot;,&quot;parentId&quot;:&quot;b15b33a2-3dce-487a-9233-a209c5b3ef57&quot;,&quot;order&quot;:&quot;07&quot;},&quot;styles&quot;:{&quot;editable&quot;:[{&quot;styleName&quot;:&quot;MONOCHROME_COLOR&quot;,&quot;index&quot;:0,&quot;color&quot;:&quot;#818689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7357281-34e7-4328-b7e8-08fd072697e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7357281-34e7-4328-b7e8-08fd072697e7&quot;:{&quot;id&quot;:&quot;b7357281-34e7-4328-b7e8-08fd072697e7&quot;,&quot;name&quot;:&quot;Tractor (symbol)&quot;,&quot;displayName&quot;:&quot;&quot;,&quot;type&quot;:&quot;FIGURE_OBJECT&quot;,&quot;relativeTransform&quot;:{&quot;translate&quot;:{&quot;x&quot;:106.51853795740672,&quot;y&quot;:-230.9109946585894},&quot;rotate&quot;:0,&quot;skewX&quot;:0,&quot;scale&quot;:{&quot;x&quot;:0.553126145896853,&quot;y&quot;:0.553126145896853}},&quot;image&quot;:{&quot;url&quot;:&quot;https://icons.biorender.com/biorender/65c10923dd873a6ec04e1e5f/20240205161353/image/tractor-symbol.png&quot;,&quot;isPremium&quot;:false,&quot;size&quot;:{&quot;x&quot;:100,&quot;y&quot;:85.75}},&quot;source&quot;:{&quot;id&quot;:&quot;65c10923dd873a6ec04e1e5f&quot;,&quot;version&quot;:1707149633,&quot;type&quot;:&quot;ASSETS&quot;},&quot;isPremium&quot;:false,&quot;parent&quot;:{&quot;type&quot;:&quot;CHILD&quot;,&quot;parentId&quot;:&quot;b15b33a2-3dce-487a-9233-a209c5b3ef57&quot;,&quot;order&quot;:&quot;075&quot;},&quot;styles&quot;:{&quot;editable&quot;:[{&quot;styleName&quot;:&quot;MONOCHROME_COLOR&quot;,&quot;index&quot;:0,&quot;color&quot;:&quot;#818689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eb9065f2-bf9b-4c10-9ee5-b1bf1842d52b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eb9065f2-bf9b-4c10-9ee5-b1bf1842d52b&quot;:{&quot;id&quot;:&quot;eb9065f2-bf9b-4c10-9ee5-b1bf1842d52b&quot;,&quot;name&quot;:&quot;Soybean plant (V2)&quot;,&quot;displayName&quot;:&quot;&quot;,&quot;type&quot;:&quot;FIGURE_OBJECT&quot;,&quot;relativeTransform&quot;:{&quot;translate&quot;:{&quot;x&quot;:146.25753141301078,&quot;y&quot;:-214.17267441410894},&quot;rotate&quot;:0,&quot;skewX&quot;:0,&quot;scale&quot;:{&quot;x&quot;:0.20137529608315546,&quot;y&quot;:0.20137529608315546}},&quot;image&quot;:{&quot;url&quot;:&quot;https://icons.biorender.com/biorender/6536c76158f1a724f05c213f/20231023192049/image/soybean-plant-v2.png&quot;,&quot;isPremium&quot;:false,&quot;size&quot;:{&quot;x&quot;:120,&quot;y&quot;:255.40106951871658}},&quot;source&quot;:{&quot;id&quot;:&quot;6536c76158f1a724f05c213f&quot;,&quot;version&quot;:1698088849,&quot;type&quot;:&quot;ASSETS&quot;},&quot;isPremium&quot;:false,&quot;parent&quot;:{&quot;type&quot;:&quot;CHILD&quot;,&quot;parentId&quot;:&quot;b15b33a2-3dce-487a-9233-a209c5b3ef57&quot;,&quot;order&quot;:&quot;08&quot;},&quot;styles&quot;:{&quot;shoot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fa43a8d-7fa6-4eb6-be53-314a38846a8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fa43a8d-7fa6-4eb6-be53-314a38846a8f&quot;:{&quot;id&quot;:&quot;2fa43a8d-7fa6-4eb6-be53-314a38846a8f&quot;,&quot;name&quot;:&quot;Soybean plant (V2)&quot;,&quot;displayName&quot;:&quot;&quot;,&quot;type&quot;:&quot;FIGURE_OBJECT&quot;,&quot;relativeTransform&quot;:{&quot;translate&quot;:{&quot;x&quot;:187.17424533595732,&quot;y&quot;:-214.17250220382584},&quot;rotate&quot;:0,&quot;skewX&quot;:0,&quot;scale&quot;:{&quot;x&quot;:0.2710586915947254,&quot;y&quot;:0.2710586915947254}},&quot;image&quot;:{&quot;url&quot;:&quot;https://icons.biorender.com/biorender/6536c76158f1a724f05c213f/20231023192049/image/soybean-plant-v2.png&quot;,&quot;isPremium&quot;:false,&quot;size&quot;:{&quot;x&quot;:120,&quot;y&quot;:255.40106951871658}},&quot;source&quot;:{&quot;id&quot;:&quot;6536c76158f1a724f05c213f&quot;,&quot;version&quot;:1698088849,&quot;type&quot;:&quot;ASSETS&quot;},&quot;isPremium&quot;:false,&quot;parent&quot;:{&quot;type&quot;:&quot;CHILD&quot;,&quot;parentId&quot;:&quot;b15b33a2-3dce-487a-9233-a209c5b3ef57&quot;,&quot;order&quot;:&quot;1&quot;},&quot;styles&quot;:{&quot;shoot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f4d79f74-dff2-4015-a5aa-99d4ef27019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f4d79f74-dff2-4015-a5aa-99d4ef270194&quot;:{&quot;id&quot;:&quot;f4d79f74-dff2-4015-a5aa-99d4ef270194&quot;,&quot;name&quot;:&quot;Soybean plant (V2)&quot;,&quot;displayName&quot;:&quot;&quot;,&quot;type&quot;:&quot;FIGURE_OBJECT&quot;,&quot;relativeTransform&quot;:{&quot;translate&quot;:{&quot;x&quot;:235.05937405786537,&quot;y&quot;:-218.00006676448777},&quot;rotate&quot;:0,&quot;skewX&quot;:0,&quot;scale&quot;:{&quot;x&quot;:0.3175142886024388,&quot;y&quot;:0.3175142886024388}},&quot;image&quot;:{&quot;url&quot;:&quot;https://icons.biorender.com/biorender/6536c76158f1a724f05c213f/20231023192049/image/soybean-plant-v2.png&quot;,&quot;isPremium&quot;:false,&quot;size&quot;:{&quot;x&quot;:120,&quot;y&quot;:255.40106951871658}},&quot;source&quot;:{&quot;id&quot;:&quot;6536c76158f1a724f05c213f&quot;,&quot;version&quot;:1698088849,&quot;type&quot;:&quot;ASSETS&quot;},&quot;isPremium&quot;:false,&quot;parent&quot;:{&quot;type&quot;:&quot;CHILD&quot;,&quot;parentId&quot;:&quot;b15b33a2-3dce-487a-9233-a209c5b3ef57&quot;,&quot;order&quot;:&quot;105&quot;},&quot;styles&quot;:{&quot;shoot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580f414c-2979-433f-8f3d-580ef2d1dab0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580f414c-2979-433f-8f3d-580ef2d1dab0&quot;:{&quot;type&quot;:&quot;FIGURE_OBJECT&quot;,&quot;id&quot;:&quot;580f414c-2979-433f-8f3d-580ef2d1dab0&quot;,&quot;parent&quot;:{&quot;type&quot;:&quot;CHILD&quot;,&quot;parentId&quot;:&quot;b15b33a2-3dce-487a-9233-a209c5b3ef57&quot;,&quot;order&quot;:&quot;12&quot;},&quot;relativeTransform&quot;:{&quot;translate&quot;:{&quot;x&quot;:95.44952825654633,&quot;y&quot;:-793.9478925619409},&quot;rotate&quot;:0,&quot;skewX&quot;:0,&quot;scale&quot;:{&quot;x&quot;:1,&quot;y&quot;:1}}},&quot;300bbd9a-1432-4eb5-baab-4a61aac3ae84&quot;:{&quot;id&quot;:&quot;300bbd9a-1432-4eb5-baab-4a61aac3ae84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80f414c-2979-433f-8f3d-580ef2d1dab0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a456b4f4-c25d-477d-9d2a-3b7e014bf3da&quot;:{&quot;type&quot;:&quot;FIGURE_OBJECT&quot;,&quot;id&quot;:&quot;a456b4f4-c25d-477d-9d2a-3b7e014bf3da&quot;,&quot;parent&quot;:{&quot;type&quot;:&quot;CROP&quot;,&quot;parentId&quot;:&quot;580f414c-2979-433f-8f3d-580ef2d1dab0&quot;,&quot;order&quot;:&quot;5&quot;},&quot;relativeTransform&quot;:{&quot;translate&quot;:{&quot;x&quot;:-204.24184127287467,&quot;y&quot;:626.3737586738134},&quot;rotate&quot;:0,&quot;skewX&quot;:0,&quot;scale&quot;:{&quot;x&quot;:59.2129274352583,&quot;y&quot;:38.51200838353989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d90c218a-535a-4cfe-891f-764181179556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d90c218a-535a-4cfe-891f-764181179556&quot;:{&quot;id&quot;:&quot;d90c218a-535a-4cfe-891f-764181179556&quot;,&quot;name&quot;:&quot;Soybean plant (V2)&quot;,&quot;displayName&quot;:&quot;&quot;,&quot;type&quot;:&quot;FIGURE_OBJECT&quot;,&quot;relativeTransform&quot;:{&quot;translate&quot;:{&quot;x&quot;:276.93603697921367,&quot;y&quot;:-216.74092069707203},&quot;rotate&quot;:0,&quot;skewX&quot;:0,&quot;scale&quot;:{&quot;x&quot;:0.3175142886024388,&quot;y&quot;:0.3175142886024388}},&quot;image&quot;:{&quot;url&quot;:&quot;https://icons.cdn.biorender.com/biorender/6536c794816dc5abd32aada0/6536c76158f1a724f05c213f.png&quot;,&quot;isPremium&quot;:false,&quot;size&quot;:{&quot;x&quot;:120,&quot;y&quot;:255.40106951871658},&quot;fallbackUrl&quot;:&quot;sources/icons/6536c794816dc5abd32aada0/6536c76158f1a724f05c213f.svg&quot;},&quot;source&quot;:{&quot;id&quot;:&quot;6536c76158f1a724f05c213f&quot;,&quot;version&quot;:1698088849,&quot;type&quot;:&quot;ASSETS&quot;},&quot;isPremium&quot;:false,&quot;parent&quot;:{&quot;type&quot;:&quot;CHILD&quot;,&quot;parentId&quot;:&quot;b15b33a2-3dce-487a-9233-a209c5b3ef57&quot;,&quot;order&quot;:&quot;13&quot;},&quot;styles&quot;:{&quot;shoot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56385db-4c88-4b29-931f-89e2e6eb71a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56385db-4c88-4b29-931f-89e2e6eb71a9&quot;:{&quot;type&quot;:&quot;FIGURE_OBJECT&quot;,&quot;id&quot;:&quot;b56385db-4c88-4b29-931f-89e2e6eb71a9&quot;,&quot;parent&quot;:{&quot;type&quot;:&quot;CHILD&quot;,&quot;parentId&quot;:&quot;b15b33a2-3dce-487a-9233-a209c5b3ef57&quot;,&quot;order&quot;:&quot;15&quot;},&quot;relativeTransform&quot;:{&quot;translate&quot;:{&quot;x&quot;:31.32071479896892,&quot;y&quot;:-794.4656110246625},&quot;rotate&quot;:0,&quot;skewX&quot;:0,&quot;scale&quot;:{&quot;x&quot;:1,&quot;y&quot;:1}}},&quot;41cb36e1-223a-43e0-adea-cc4009fe8cf4&quot;:{&quot;id&quot;:&quot;41cb36e1-223a-43e0-adea-cc4009fe8cf4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56385db-4c88-4b29-931f-89e2e6eb71a9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48d0db91-4932-4e2b-8189-5e23a4788fa4&quot;:{&quot;type&quot;:&quot;FIGURE_OBJECT&quot;,&quot;id&quot;:&quot;48d0db91-4932-4e2b-8189-5e23a4788fa4&quot;,&quot;parent&quot;:{&quot;type&quot;:&quot;CROP&quot;,&quot;parentId&quot;:&quot;b56385db-4c88-4b29-931f-89e2e6eb71a9&quot;,&quot;order&quot;:&quot;5&quot;},&quot;relativeTransform&quot;:{&quot;translate&quot;:{&quot;x&quot;:-204.24184127287467,&quot;y&quot;:625.3365913998066},&quot;rotate&quot;:0,&quot;skewX&quot;:0,&quot;scale&quot;:{&quot;x&quot;:59.2129274352583,&quot;y&quot;:39.549175657546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cc60b12-fd92-4916-af87-bdf2dab45e9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cc60b12-fd92-4916-af87-bdf2dab45e93&quot;:{&quot;relativeTransform&quot;:{&quot;translate&quot;:{&quot;x&quot;:12.977856076492877,&quot;y&quot;:-5.313757844020399},&quot;rotate&quot;:0,&quot;skewX&quot;:0,&quot;scale&quot;:{&quot;x&quot;:1,&quot;y&quot;:1}},&quot;type&quot;:&quot;FIGURE_OBJECT&quot;,&quot;id&quot;:&quot;2cc60b12-fd92-4916-af87-bdf2dab45e93&quot;,&quot;opacity&quot;:1,&quot;path&quot;:{&quot;type&quot;:&quot;POLY_LINE&quot;,&quot;points&quot;:[{&quot;x&quot;:-82.13531081602451,&quot;y&quot;:-203.7404259167821},{&quot;x&quot;:-37.754868001275604,&quot;y&quot;:-214.94060169412995},{&quot;x&quot;:13.779776285023445,&quot;y&quot;:-221.11927975325247}],&quot;closed&quot;:false},&quot;pathStyles&quot;:[{&quot;type&quot;:&quot;FILL&quot;,&quot;fillStyle&quot;:&quot;rgba(0,0,0,0)&quot;},{&quot;type&quot;:&quot;STROKE&quot;,&quot;strokeStyle&quot;:&quot;rgba(138, 79, 33, 1)&quot;,&quot;lineWidth&quot;:13.87692802424609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3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b15b33a2-3dce-487a-9233-a209c5b3ef57&quot;,&quot;order&quot;:&quot;725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tapered, editable) 1&quot;,&quot;displayName&quot;:&quot;Curving arrow (thick, tapered, editable) 1&quot;,&quot;source&quot;:{&quot;id&quot;:&quot;62699f20584bb04a6dca2fb4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930a292-8fd1-4cdb-bad9-3b2144cc402c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930a292-8fd1-4cdb-bad9-3b2144cc402c&quot;:{&quot;relativeTransform&quot;:{&quot;translate&quot;:{&quot;x&quot;:-524.4314492814294,&quot;y&quot;:-274.8427672055047},&quot;rotate&quot;:1.5707963267948963,&quot;skewX&quot;:0,&quot;scale&quot;:{&quot;x&quot;:1,&quot;y&quot;:1}},&quot;type&quot;:&quot;FIGURE_OBJECT&quot;,&quot;id&quot;:&quot;2930a292-8fd1-4cdb-bad9-3b2144cc402c&quot;,&quot;opacity&quot;:1,&quot;path&quot;:{&quot;type&quot;:&quot;POLY_LINE&quot;,&quot;points&quot;:[{&quot;x&quot;:43.26182949327441,&quot;y&quot;:-162.92425962573006},{&quot;x&quot;:27.972931273704294,&quot;y&quot;:-186.18621201758017},{&quot;x&quot;:-7.19584713746431,&quot;y&quot;:-186.1862120175801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8A4F2100&quot;,&quot;1&quot;:&quot;#8A4F21&quot;,&quot;0.45&quot;:&quot;#8A4F21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76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3fd24aea-7d0c-4558-93ba-3e896861174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3fd24aea-7d0c-4558-93ba-3e8968611748&quot;:{&quot;relativeTransform&quot;:{&quot;translate&quot;:{&quot;x&quot;:-32.357651528620536,&quot;y&quot;:-277.09918293584184},&quot;rotate&quot;:1.5707963267948963,&quot;skewX&quot;:0,&quot;scale&quot;:{&quot;x&quot;:1,&quot;y&quot;:1}},&quot;type&quot;:&quot;FIGURE_OBJECT&quot;,&quot;id&quot;:&quot;3fd24aea-7d0c-4558-93ba-3e8968611748&quot;,&quot;opacity&quot;:1,&quot;path&quot;:{&quot;type&quot;:&quot;POLY_LINE&quot;,&quot;points&quot;:[{&quot;x&quot;:43.26182949327441,&quot;y&quot;:-162.92425962573006},{&quot;x&quot;:27.972931273704294,&quot;y&quot;:-186.18621201758017},{&quot;x&quot;:-7.19584713746431,&quot;y&quot;:-186.1862120175801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8A4F2100&quot;,&quot;1&quot;:&quot;#8A4F21&quot;,&quot;0.45&quot;:&quot;#8A4F21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78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aa2fa66f-8a87-43b1-98b5-7b439121c65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aa2fa66f-8a87-43b1-98b5-7b439121c654&quot;:{&quot;type&quot;:&quot;FIGURE_OBJECT&quot;,&quot;id&quot;:&quot;aa2fa66f-8a87-43b1-98b5-7b439121c654&quot;,&quot;relativeTransform&quot;:{&quot;translate&quot;:{&quot;x&quot;:-26.679576249355144,&quot;y&quot;:36.770229937427025},&quot;rotate&quot;:0,&quot;skewX&quot;:0,&quot;scale&quot;:{&quot;x&quot;:1,&quot;y&quot;:1}},&quot;opacity&quot;:1,&quot;path&quot;:{&quot;type&quot;:&quot;RECT&quot;,&quot;size&quot;:{&quot;x&quot;:826.9094338189946,&quot;y&quot;:27.853187448303768},&quot;cornerRounding&quot;:{&quot;type&quot;:&quot;ARC_LENGTH&quot;,&quot;global&quot;:14.838760736151375}},&quot;pathStyles&quot;:[{&quot;type&quot;:&quot;FILL&quot;,&quot;fillStyle&quot;:&quot;rgba(129,134,137,1)&quot;},{&quot;type&quot;:&quot;STROKE&quot;,&quot;strokeStyle&quot;:&quot;rgba(0,0,0,0)&quot;,&quot;lineWidth&quot;:1.8893296964131385,&quot;lineJoin&quot;:&quot;round&quot;}],&quot;isLocked&quot;:false,&quot;parent&quot;:{&quot;type&quot;:&quot;CHILD&quot;,&quot;parentId&quot;:&quot;b15b33a2-3dce-487a-9233-a209c5b3ef57&quot;,&quot;order&quot;:&quot;155&quot;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f102ff25-7528-46d5-b02d-a5919f703750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f102ff25-7528-46d5-b02d-a5919f703750&quot;:{&quot;type&quot;:&quot;FIGURE_OBJECT&quot;,&quot;id&quot;:&quot;f102ff25-7528-46d5-b02d-a5919f703750&quot;,&quot;relativeTransform&quot;:{&quot;translate&quot;:{&quot;x&quot;:30.218401495207665,&quot;y&quot;:12.11335554949751},&quot;rotate&quot;:0,&quot;skewX&quot;:0,&quot;scale&quot;:{&quot;x&quot;:1,&quot;y&quot;:1}},&quot;opacity&quot;:1,&quot;path&quot;:{&quot;type&quot;:&quot;POLY_LINE&quot;,&quot;points&quot;:[{&quot;x&quot;:0,&quot;y&quot;:-51.88657511887426},{&quot;x&quot;:0,&quot;y&quot;:51.88657511887426}],&quot;closed&quot;:false},&quot;pathStyles&quot;:[{&quot;type&quot;:&quot;FILL&quot;,&quot;fillStyle&quot;:&quot;rgba(0,0,0,0)&quot;},{&quot;type&quot;:&quot;STROKE&quot;,&quot;strokeStyle&quot;:&quot;#232323&quot;,&quot;lineWidth&quot;:1.8893296964131385,&quot;lineJoin&quot;:&quot;round&quot;,&quot;dashArray&quot;:[4]}],&quot;isLocked&quot;:false,&quot;parent&quot;:{&quot;type&quot;:&quot;CHILD&quot;,&quot;parentId&quot;:&quot;b15b33a2-3dce-487a-9233-a209c5b3ef57&quot;,&quot;order&quot;:&quot;16&quot;},&quot;connectorInfo&quot;:{&quot;connectedObjects&quot;:[],&quot;type&quot;:&quot;LINE&quot;,&quot;offset&quot;:{&quot;x&quot;:0,&quot;y&quot;:0},&quot;bending&quot;:0.1,&quot;firstElementIsHead&quot;:true,&quot;customized&quot;:false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98f5b0c3-5304-4238-ab7c-8e068088fc6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98f5b0c3-5304-4238-ab7c-8e068088fc64&quot;:{&quot;id&quot;:&quot;98f5b0c3-5304-4238-ab7c-8e068088fc64&quot;,&quot;name&quot;:&quot;Tractor (symbol)&quot;,&quot;displayName&quot;:&quot;&quot;,&quot;type&quot;:&quot;FIGURE_OBJECT&quot;,&quot;relativeTransform&quot;:{&quot;translate&quot;:{&quot;x&quot;:-385.8262283454453,&quot;y&quot;:-5.737190944139762},&quot;rotate&quot;:0,&quot;skewX&quot;:0,&quot;scale&quot;:{&quot;x&quot;:0.553126145896853,&quot;y&quot;:0.553126145896853}},&quot;image&quot;:{&quot;url&quot;:&quot;https://icons.biorender.com/biorender/65c10923dd873a6ec04e1e5f/20240205161353/image/tractor-symbol.png&quot;,&quot;isPremium&quot;:false,&quot;size&quot;:{&quot;x&quot;:100,&quot;y&quot;:85.75}},&quot;source&quot;:{&quot;id&quot;:&quot;65c10923dd873a6ec04e1e5f&quot;,&quot;version&quot;:1707149633,&quot;type&quot;:&quot;ASSETS&quot;},&quot;isPremium&quot;:false,&quot;parent&quot;:{&quot;type&quot;:&quot;CHILD&quot;,&quot;parentId&quot;:&quot;b15b33a2-3dce-487a-9233-a209c5b3ef57&quot;,&quot;order&quot;:&quot;17&quot;},&quot;styles&quot;:{&quot;editable&quot;:[{&quot;styleName&quot;:&quot;MONOCHROME_COLOR&quot;,&quot;index&quot;:0,&quot;color&quot;:&quot;#818689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52b1a11f-274a-42aa-b099-b31cf63f7d1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52b1a11f-274a-42aa-b099-b31cf63f7d18&quot;:{&quot;type&quot;:&quot;FIGURE_OBJECT&quot;,&quot;id&quot;:&quot;52b1a11f-274a-42aa-b099-b31cf63f7d18&quot;,&quot;parent&quot;:{&quot;type&quot;:&quot;CHILD&quot;,&quot;parentId&quot;:&quot;b15b33a2-3dce-487a-9233-a209c5b3ef57&quot;,&quot;order&quot;:&quot;18&quot;},&quot;relativeTransform&quot;:{&quot;translate&quot;:{&quot;x&quot;:93.27099278489518,&quot;y&quot;:-145.49269116081155},&quot;rotate&quot;:0,&quot;skewX&quot;:0,&quot;scale&quot;:{&quot;x&quot;:1,&quot;y&quot;:1}}},&quot;8a2de17f-bb3f-40ff-bb7c-5aa69f396c00&quot;:{&quot;id&quot;:&quot;8a2de17f-bb3f-40ff-bb7c-5aa69f396c00&quot;,&quot;name&quot;:&quot;Wheat (seedling 3, with roots)&quot;,&quot;displayName&quot;:&quot;&quot;,&quot;type&quot;:&quot;FIGURE_OBJECT&quot;,&quot;relativeTransform&quot;:{&quot;translate&quot;:{&quot;x&quot;:-88.44820994687,&quot;y&quot;:160.41447308286476},&quot;rotate&quot;:0,&quot;skewX&quot;:0,&quot;scale&quot;:{&quot;x&quot;:0.3045154922454118,&quot;y&quot;:0.304515492245411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2b1a11f-274a-42aa-b099-b31cf63f7d18&quot;,&quot;order&quot;:&quot;1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097f4a8f-aa48-4598-b381-72ff70816469&quot;:{&quot;id&quot;:&quot;097f4a8f-aa48-4598-b381-72ff70816469&quot;,&quot;name&quot;:&quot;Wheat (seedling 3, with roots)&quot;,&quot;displayName&quot;:&quot;&quot;,&quot;type&quot;:&quot;FIGURE_OBJECT&quot;,&quot;relativeTransform&quot;:{&quot;translate&quot;:{&quot;x&quot;:-129.1465943484283,&quot;y&quot;:162.448456316545},&quot;rotate&quot;:0,&quot;skewX&quot;:0,&quot;scale&quot;:{&quot;x&quot;:0.20849308885123835,&quot;y&quot;:0.2084930888512383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2b1a11f-274a-42aa-b099-b31cf63f7d18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4bec25f-1261-4689-b696-e8f82b4282ec&quot;:{&quot;id&quot;:&quot;b4bec25f-1261-4689-b696-e8f82b4282ec&quot;,&quot;name&quot;:&quot;Wheat (seedling 3, with roots)&quot;,&quot;displayName&quot;:&quot;&quot;,&quot;type&quot;:&quot;FIGURE_OBJECT&quot;,&quot;relativeTransform&quot;:{&quot;translate&quot;:{&quot;x&quot;:-215.9344450197679,&quot;y&quot;:166.0824621721042},&quot;rotate&quot;:0,&quot;skewX&quot;:0,&quot;scale&quot;:{&quot;x&quot;:0.1444781532551226,&quot;y&quot;:0.1444781532551226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2b1a11f-274a-42aa-b099-b31cf63f7d18&quot;,&quot;order&quot;:&quot;6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47d0a9d5-2521-4a23-9739-42f3cbfec750&quot;:{&quot;id&quot;:&quot;47d0a9d5-2521-4a23-9739-42f3cbfec750&quot;,&quot;name&quot;:&quot;Wheat (seedling 3, with roots)&quot;,&quot;displayName&quot;:&quot;&quot;,&quot;type&quot;:&quot;FIGURE_OBJECT&quot;,&quot;relativeTransform&quot;:{&quot;translate&quot;:{&quot;x&quot;:-165.72185299150468,&quot;y&quot;:161.77046190531826},&quot;rotate&quot;:0,&quot;skewX&quot;:0,&quot;scale&quot;:{&quot;x&quot;:0.20849308885123835,&quot;y&quot;:0.2084930888512383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2b1a11f-274a-42aa-b099-b31cf63f7d18&quot;,&quot;order&quot;:&quot;7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7d6d5c2d-51c8-47fb-bca3-a1242332199e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7d6d5c2d-51c8-47fb-bca3-a1242332199e&quot;:{&quot;id&quot;:&quot;7d6d5c2d-51c8-47fb-bca3-a1242332199e&quot;,&quot;name&quot;:&quot;Wheat (seedling 3, with roots)&quot;,&quot;displayName&quot;:&quot;&quot;,&quot;type&quot;:&quot;FIGURE_OBJECT&quot;,&quot;relativeTransform&quot;:{&quot;translate&quot;:{&quot;x&quot;:362.90414596757734,&quot;y&quot;:14.446222054876909},&quot;rotate&quot;:0,&quot;skewX&quot;:0,&quot;scale&quot;:{&quot;x&quot;:0.3045154922454118,&quot;y&quot;:0.304515492245411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2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3e641fe-fe94-47cf-8999-ea8a08d5c4f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3e641fe-fe94-47cf-8999-ea8a08d5c4f3&quot;:{&quot;id&quot;:&quot;83e641fe-fe94-47cf-8999-ea8a08d5c4f3&quot;,&quot;name&quot;:&quot;Wheat (seedling 3, with roots)&quot;,&quot;displayName&quot;:&quot;&quot;,&quot;type&quot;:&quot;FIGURE_OBJECT&quot;,&quot;relativeTransform&quot;:{&quot;translate&quot;:{&quot;x&quot;:322.2057615660191,&quot;y&quot;:14.446222054876909},&quot;rotate&quot;:0,&quot;skewX&quot;:0,&quot;scale&quot;:{&quot;x&quot;:0.20849308885123835,&quot;y&quot;:0.2084930888512383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205&quot;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6757b64-c8e3-4915-a959-c9b2d44aa7a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6757b64-c8e3-4915-a959-c9b2d44aa7a4&quot;:{&quot;id&quot;:&quot;b6757b64-c8e3-4915-a959-c9b2d44aa7a4&quot;,&quot;name&quot;:&quot;Wheat (seedling 3, with roots)&quot;,&quot;displayName&quot;:&quot;&quot;,&quot;type&quot;:&quot;FIGURE_OBJECT&quot;,&quot;relativeTransform&quot;:{&quot;translate&quot;:{&quot;x&quot;:246.26582147430747,&quot;y&quot;:20.114211144116336},&quot;rotate&quot;:0,&quot;skewX&quot;:0,&quot;scale&quot;:{&quot;x&quot;:0.1444781532551226,&quot;y&quot;:0.1444781532551226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21&quot;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ea6471e-f96f-4278-a141-436c934385a6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ea6471e-f96f-4278-a141-436c934385a6&quot;:{&quot;id&quot;:&quot;2ea6471e-f96f-4278-a141-436c934385a6&quot;,&quot;name&quot;:&quot;Wheat (seedling 3, with roots)&quot;,&quot;displayName&quot;:&quot;&quot;,&quot;type&quot;:&quot;FIGURE_OBJECT&quot;,&quot;relativeTransform&quot;:{&quot;translate&quot;:{&quot;x&quot;:286.3084973341694,&quot;y&quot;:14.446222054876909},&quot;rotate&quot;:0,&quot;skewX&quot;:0,&quot;scale&quot;:{&quot;x&quot;:0.20849308885123835,&quot;y&quot;:0.2084930888512383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22&quot;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c0b20cfd-3e9b-4929-bc2e-b490f6c6a67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c0b20cfd-3e9b-4929-bc2e-b490f6c6a677&quot;:{&quot;type&quot;:&quot;FIGURE_OBJECT&quot;,&quot;id&quot;:&quot;c0b20cfd-3e9b-4929-bc2e-b490f6c6a677&quot;,&quot;parent&quot;:{&quot;type&quot;:&quot;CHILD&quot;,&quot;parentId&quot;:&quot;b15b33a2-3dce-487a-9233-a209c5b3ef57&quot;,&quot;order&quot;:&quot;225&quot;},&quot;relativeTransform&quot;:{&quot;translate&quot;:{&quot;x&quot;:81.48537676863774,&quot;y&quot;:-565.5483759502632},&quot;rotate&quot;:0,&quot;skewX&quot;:0,&quot;scale&quot;:{&quot;x&quot;:1,&quot;y&quot;:1}}},&quot;ef9c3795-4d2b-43f0-b300-2442fd777875&quot;:{&quot;id&quot;:&quot;ef9c3795-4d2b-43f0-b300-2442fd777875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c0b20cfd-3e9b-4929-bc2e-b490f6c6a677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9aa4b89f-7a4d-4d5d-8254-efd0a7a8d2f8&quot;:{&quot;type&quot;:&quot;FIGURE_OBJECT&quot;,&quot;id&quot;:&quot;9aa4b89f-7a4d-4d5d-8254-efd0a7a8d2f8&quot;,&quot;parent&quot;:{&quot;type&quot;:&quot;CROP&quot;,&quot;parentId&quot;:&quot;c0b20cfd-3e9b-4929-bc2e-b490f6c6a677&quot;,&quot;order&quot;:&quot;5&quot;},&quot;relativeTransform&quot;:{&quot;translate&quot;:{&quot;x&quot;:-204.24184127287467,&quot;y&quot;:626.862078821994},&quot;rotate&quot;:0,&quot;skewX&quot;:0,&quot;scale&quot;:{&quot;x&quot;:59.2129274352583,&quot;y&quot;:38.02368823535929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5996192-563e-42f1-ac3b-0ec96bfe2255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5996192-563e-42f1-ac3b-0ec96bfe2255&quot;:{&quot;type&quot;:&quot;FIGURE_OBJECT&quot;,&quot;id&quot;:&quot;15996192-563e-42f1-ac3b-0ec96bfe2255&quot;,&quot;parent&quot;:{&quot;type&quot;:&quot;CHILD&quot;,&quot;parentId&quot;:&quot;b15b33a2-3dce-487a-9233-a209c5b3ef57&quot;,&quot;order&quot;:&quot;23&quot;},&quot;relativeTransform&quot;:{&quot;translate&quot;:{&quot;x&quot;:131.64858691347612,&quot;y&quot;:-566.0144035138437},&quot;rotate&quot;:0,&quot;skewX&quot;:0,&quot;scale&quot;:{&quot;x&quot;:1,&quot;y&quot;:1}}},&quot;dcd907d8-1ae6-4d13-9fb9-c0674133e06f&quot;:{&quot;id&quot;:&quot;dcd907d8-1ae6-4d13-9fb9-c0674133e06f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15996192-563e-42f1-ac3b-0ec96bfe2255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67b8b79d-81eb-4985-a82f-de681ed79770&quot;:{&quot;type&quot;:&quot;FIGURE_OBJECT&quot;,&quot;id&quot;:&quot;67b8b79d-81eb-4985-a82f-de681ed79770&quot;,&quot;parent&quot;:{&quot;type&quot;:&quot;CROP&quot;,&quot;parentId&quot;:&quot;15996192-563e-42f1-ac3b-0ec96bfe2255&quot;,&quot;order&quot;:&quot;5&quot;},&quot;relativeTransform&quot;:{&quot;translate&quot;:{&quot;x&quot;:-204.24184127287467,&quot;y&quot;:626.3535830145983},&quot;rotate&quot;:0,&quot;skewX&quot;:0,&quot;scale&quot;:{&quot;x&quot;:59.2129274352583,&quot;y&quot;:38.53218404275510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db4ac4d-4634-4e10-98c6-94cc12525e22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db4ac4d-4634-4e10-98c6-94cc12525e22&quot;:{&quot;type&quot;:&quot;FIGURE_OBJECT&quot;,&quot;id&quot;:&quot;1db4ac4d-4634-4e10-98c6-94cc12525e22&quot;,&quot;parent&quot;:{&quot;type&quot;:&quot;CHILD&quot;,&quot;parentId&quot;:&quot;b15b33a2-3dce-487a-9233-a209c5b3ef57&quot;,&quot;order&quot;:&quot;25&quot;},&quot;relativeTransform&quot;:{&quot;translate&quot;:{&quot;x&quot;:168.22675954877562,&quot;y&quot;:-565.3467523832733},&quot;rotate&quot;:0,&quot;skewX&quot;:0,&quot;scale&quot;:{&quot;x&quot;:1,&quot;y&quot;:1}}},&quot;9ac061c3-916f-45a5-aec8-ca4bf16ffcf8&quot;:{&quot;id&quot;:&quot;9ac061c3-916f-45a5-aec8-ca4bf16ffcf8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1db4ac4d-4634-4e10-98c6-94cc12525e22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4d5a7b85-105b-4900-a2a3-a68b94fa2ef1&quot;:{&quot;type&quot;:&quot;FIGURE_OBJECT&quot;,&quot;id&quot;:&quot;4d5a7b85-105b-4900-a2a3-a68b94fa2ef1&quot;,&quot;parent&quot;:{&quot;type&quot;:&quot;CROP&quot;,&quot;parentId&quot;:&quot;1db4ac4d-4634-4e10-98c6-94cc12525e22&quot;,&quot;order&quot;:&quot;5&quot;},&quot;relativeTransform&quot;:{&quot;translate&quot;:{&quot;x&quot;:-204.24184127287467,&quot;y&quot;:626.6925802195287},&quot;rotate&quot;:0,&quot;skewX&quot;:0,&quot;scale&quot;:{&quot;x&quot;:59.2129274352583,&quot;y&quot;:38.19318683782457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2b3c19f-ee27-46dc-8609-860f95fd4f65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2b3c19f-ee27-46dc-8609-860f95fd4f65&quot;:{&quot;type&quot;:&quot;FIGURE_OBJECT&quot;,&quot;id&quot;:&quot;b2b3c19f-ee27-46dc-8609-860f95fd4f65&quot;,&quot;parent&quot;:{&quot;type&quot;:&quot;CHILD&quot;,&quot;parentId&quot;:&quot;b15b33a2-3dce-487a-9233-a209c5b3ef57&quot;,&quot;order&quot;:&quot;255&quot;},&quot;relativeTransform&quot;:{&quot;translate&quot;:{&quot;x&quot;:209.04011342135098,&quot;y&quot;:-565.8876451399376},&quot;rotate&quot;:0,&quot;skewX&quot;:0,&quot;scale&quot;:{&quot;x&quot;:1,&quot;y&quot;:1}}},&quot;4a8291cf-9450-4a47-85cb-c3ded0afe0fd&quot;:{&quot;id&quot;:&quot;4a8291cf-9450-4a47-85cb-c3ded0afe0fd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2b3c19f-ee27-46dc-8609-860f95fd4f65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15f3914a-3aca-42f1-b49b-823f85701481&quot;:{&quot;type&quot;:&quot;FIGURE_OBJECT&quot;,&quot;id&quot;:&quot;15f3914a-3aca-42f1-b49b-823f85701481&quot;,&quot;parent&quot;:{&quot;type&quot;:&quot;CROP&quot;,&quot;parentId&quot;:&quot;b2b3c19f-ee27-46dc-8609-860f95fd4f65&quot;,&quot;order&quot;:&quot;5&quot;},&quot;relativeTransform&quot;:{&quot;translate&quot;:{&quot;x&quot;:-204.24184127287467,&quot;y&quot;:626.6925802195287},&quot;rotate&quot;:0,&quot;skewX&quot;:0,&quot;scale&quot;:{&quot;x&quot;:59.2129274352583,&quot;y&quot;:38.19318683782458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a744b7ec-1281-41c0-aa71-0e63945952fc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a744b7ec-1281-41c0-aa71-0e63945952fc&quot;:{&quot;type&quot;:&quot;FIGURE_OBJECT&quot;,&quot;id&quot;:&quot;a744b7ec-1281-41c0-aa71-0e63945952fc&quot;,&quot;parent&quot;:{&quot;type&quot;:&quot;CHILD&quot;,&quot;parentId&quot;:&quot;b15b33a2-3dce-487a-9233-a209c5b3ef57&quot;,&quot;order&quot;:&quot;26&quot;},&quot;relativeTransform&quot;:{&quot;translate&quot;:{&quot;x&quot;:254.61312379445346,&quot;y&quot;:-562.6244884185467},&quot;rotate&quot;:0,&quot;skewX&quot;:0,&quot;scale&quot;:{&quot;x&quot;:1,&quot;y&quot;:1}}},&quot;f048a272-2089-4e1f-8ae4-6ccbad5a68ad&quot;:{&quot;id&quot;:&quot;f048a272-2089-4e1f-8ae4-6ccbad5a68ad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a744b7ec-1281-41c0-aa71-0e63945952fc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760158eb-f776-476a-bdfb-5169c1f88d46&quot;:{&quot;type&quot;:&quot;FIGURE_OBJECT&quot;,&quot;id&quot;:&quot;760158eb-f776-476a-bdfb-5169c1f88d46&quot;,&quot;parent&quot;:{&quot;type&quot;:&quot;CROP&quot;,&quot;parentId&quot;:&quot;a744b7ec-1281-41c0-aa71-0e63945952fc&quot;,&quot;order&quot;:&quot;5&quot;},&quot;relativeTransform&quot;:{&quot;translate&quot;:{&quot;x&quot;:-204.24184127287467,&quot;y&quot;:625.3365913998066},&quot;rotate&quot;:0,&quot;skewX&quot;:0,&quot;scale&quot;:{&quot;x&quot;:59.2129274352583,&quot;y&quot;:39.549175657546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5747cc4-f6e3-489a-9d9b-71aaf9081b4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5747cc4-f6e3-489a-9d9b-71aaf9081b44&quot;:{&quot;type&quot;:&quot;FIGURE_OBJECT&quot;,&quot;id&quot;:&quot;b5747cc4-f6e3-489a-9d9b-71aaf9081b44&quot;,&quot;parent&quot;:{&quot;type&quot;:&quot;CHILD&quot;,&quot;parentId&quot;:&quot;b15b33a2-3dce-487a-9233-a209c5b3ef57&quot;,&quot;order&quot;:&quot;27&quot;},&quot;relativeTransform&quot;:{&quot;translate&quot;:{&quot;x&quot;:304.0092747020812,&quot;y&quot;:-564.2432244538202},&quot;rotate&quot;:0,&quot;skewX&quot;:0,&quot;scale&quot;:{&quot;x&quot;:1,&quot;y&quot;:1}}},&quot;37ca57ff-8050-41f7-bb9c-9a9ef7512fc4&quot;:{&quot;id&quot;:&quot;37ca57ff-8050-41f7-bb9c-9a9ef7512fc4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5747cc4-f6e3-489a-9d9b-71aaf9081b44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8190f380-f70d-4e7c-abb2-6182a59f7898&quot;:{&quot;type&quot;:&quot;FIGURE_OBJECT&quot;,&quot;id&quot;:&quot;8190f380-f70d-4e7c-abb2-6182a59f7898&quot;,&quot;parent&quot;:{&quot;type&quot;:&quot;CROP&quot;,&quot;parentId&quot;:&quot;b5747cc4-f6e3-489a-9d9b-71aaf9081b44&quot;,&quot;order&quot;:&quot;5&quot;},&quot;relativeTransform&quot;:{&quot;translate&quot;:{&quot;x&quot;:-204.24184127287467,&quot;y&quot;:625.3365913998066},&quot;rotate&quot;:0,&quot;skewX&quot;:0,&quot;scale&quot;:{&quot;x&quot;:59.2129274352583,&quot;y&quot;:39.549175657546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0a200cd3-aafe-42ce-80bd-07970fa0dc0b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0a200cd3-aafe-42ce-80bd-07970fa0dc0b&quot;:{&quot;type&quot;:&quot;FIGURE_OBJECT&quot;,&quot;id&quot;:&quot;0a200cd3-aafe-42ce-80bd-07970fa0dc0b&quot;,&quot;parent&quot;:{&quot;type&quot;:&quot;CHILD&quot;,&quot;parentId&quot;:&quot;b15b33a2-3dce-487a-9233-a209c5b3ef57&quot;,&quot;order&quot;:&quot;275&quot;},&quot;relativeTransform&quot;:{&quot;translate&quot;:{&quot;x&quot;:357.44060574143333,&quot;y&quot;:-561.8025761656033},&quot;rotate&quot;:0,&quot;skewX&quot;:0,&quot;scale&quot;:{&quot;x&quot;:1,&quot;y&quot;:1}}},&quot;466c6a7f-7892-474b-8a0b-29942b737afd&quot;:{&quot;id&quot;:&quot;466c6a7f-7892-474b-8a0b-29942b737afd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0a200cd3-aafe-42ce-80bd-07970fa0dc0b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c544690b-cb46-43d1-ba4b-3043517ca525&quot;:{&quot;type&quot;:&quot;FIGURE_OBJECT&quot;,&quot;id&quot;:&quot;c544690b-cb46-43d1-ba4b-3043517ca525&quot;,&quot;parent&quot;:{&quot;type&quot;:&quot;CROP&quot;,&quot;parentId&quot;:&quot;0a200cd3-aafe-42ce-80bd-07970fa0dc0b&quot;,&quot;order&quot;:&quot;5&quot;},&quot;relativeTransform&quot;:{&quot;translate&quot;:{&quot;x&quot;:-204.24184127287467,&quot;y&quot;:625.3365913998066},&quot;rotate&quot;:0,&quot;skewX&quot;:0,&quot;scale&quot;:{&quot;x&quot;:59.2129274352583,&quot;y&quot;:39.549175657546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b2104b0d-11dc-4939-93e8-36c7936a3555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b2104b0d-11dc-4939-93e8-36c7936a3555&quot;:{&quot;type&quot;:&quot;FIGURE_OBJECT&quot;,&quot;id&quot;:&quot;b2104b0d-11dc-4939-93e8-36c7936a3555&quot;,&quot;parent&quot;:{&quot;type&quot;:&quot;CHILD&quot;,&quot;parentId&quot;:&quot;b15b33a2-3dce-487a-9233-a209c5b3ef57&quot;,&quot;order&quot;:&quot;28&quot;},&quot;relativeTransform&quot;:{&quot;translate&quot;:{&quot;x&quot;:-43.72954161372514,&quot;y&quot;:-565.8619955036445},&quot;rotate&quot;:-2.4492935982947064e-16,&quot;skewX&quot;:0,&quot;scale&quot;:{&quot;x&quot;:1,&quot;y&quot;:1}}},&quot;c7d2c709-8ad6-490a-8d25-25d28a5769b4&quot;:{&quot;id&quot;:&quot;c7d2c709-8ad6-490a-8d25-25d28a5769b4&quot;,&quot;name&quot;:&quot;Wheat (seedling 3, with roots)&quot;,&quot;displayName&quot;:&quot;&quot;,&quot;type&quot;:&quot;FIGURE_OBJECT&quot;,&quot;relativeTransform&quot;:{&quot;translate&quot;:{&quot;x&quot;:204.24184127287467,&quot;y&quot;:560.0295413907501},&quot;rotate&quot;:6.283185307179586,&quot;skewX&quot;:0,&quot;scale&quot;:{&quot;x&quot;:-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b2104b0d-11dc-4939-93e8-36c7936a3555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a566cd0f-483e-4c31-8502-a6541912ddee&quot;:{&quot;type&quot;:&quot;FIGURE_OBJECT&quot;,&quot;id&quot;:&quot;a566cd0f-483e-4c31-8502-a6541912ddee&quot;,&quot;parent&quot;:{&quot;type&quot;:&quot;CROP&quot;,&quot;parentId&quot;:&quot;b2104b0d-11dc-4939-93e8-36c7936a3555&quot;,&quot;order&quot;:&quot;5&quot;},&quot;relativeTransform&quot;:{&quot;translate&quot;:{&quot;x&quot;:204.24184127287467,&quot;y&quot;:626.9555605831433},&quot;rotate&quot;:6.283185307179586,&quot;skewX&quot;:0,&quot;scale&quot;:{&quot;x&quot;:-59.2129274352583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546f9784-3bdf-435f-9393-90f306d148e1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546f9784-3bdf-435f-9393-90f306d148e1&quot;:{&quot;id&quot;:&quot;546f9784-3bdf-435f-9393-90f306d148e1&quot;,&quot;name&quot;:&quot;Wheat (seedling 3, with roots)&quot;,&quot;displayName&quot;:&quot;&quot;,&quot;type&quot;:&quot;FIGURE_OBJECT&quot;,&quot;relativeTransform&quot;:{&quot;translate&quot;:{&quot;x&quot;:-292.27012614888474,&quot;y&quot;:10.873782343858107},&quot;rotate&quot;:0,&quot;skewX&quot;:0,&quot;scale&quot;:{&quot;x&quot;:0.3045154922454118,&quot;y&quot;:0.3045154922454118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3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b7ad1a6-ef8d-4c06-81ec-a33d3703b37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b7ad1a6-ef8d-4c06-81ec-a33d3703b374&quot;:{&quot;id&quot;:&quot;6b7ad1a6-ef8d-4c06-81ec-a33d3703b374&quot;,&quot;name&quot;:&quot;Wheat (seedling 3, with roots)&quot;,&quot;displayName&quot;:&quot;&quot;,&quot;type&quot;:&quot;FIGURE_OBJECT&quot;,&quot;relativeTransform&quot;:{&quot;translate&quot;:{&quot;x&quot;:-242.63116684693753,&quot;y&quot;:10.873782343858107},&quot;rotate&quot;:0,&quot;skewX&quot;:0,&quot;scale&quot;:{&quot;x&quot;:0.491225721067416,&quot;y&quot;:0.491225721067416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31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fb8c3ffc-c842-454a-b9bc-9eeaec633ec2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fb8c3ffc-c842-454a-b9bc-9eeaec633ec2&quot;:{&quot;id&quot;:&quot;fb8c3ffc-c842-454a-b9bc-9eeaec633ec2&quot;,&quot;name&quot;:&quot;Wheat (seedling 3, with roots)&quot;,&quot;displayName&quot;:&quot;&quot;,&quot;type&quot;:&quot;FIGURE_OBJECT&quot;,&quot;relativeTransform&quot;:{&quot;translate&quot;:{&quot;x&quot;:-353.53766412530075,&quot;y&quot;:16.541771433097505},&quot;rotate&quot;:0,&quot;skewX&quot;:0,&quot;scale&quot;:{&quot;x&quot;:0.1444781532551226,&quot;y&quot;:0.1444781532551226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32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fd3690fd-0ed2-488c-8647-d85b1609b8fb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fd3690fd-0ed2-488c-8647-d85b1609b8fb&quot;:{&quot;id&quot;:&quot;fd3690fd-0ed2-488c-8647-d85b1609b8fb&quot;,&quot;name&quot;:&quot;Wheat (seedling 3, with roots)&quot;,&quot;displayName&quot;:&quot;&quot;,&quot;type&quot;:&quot;FIGURE_OBJECT&quot;,&quot;relativeTransform&quot;:{&quot;translate&quot;:{&quot;x&quot;:-327.3376848946523,&quot;y&quot;:13.390636276442404},&quot;rotate&quot;:0,&quot;skewX&quot;:0,&quot;scale&quot;:{&quot;x&quot;:0.20849308885123835,&quot;y&quot;:0.20849308885123838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3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d0cd5579-1c6b-4e5b-8ba3-62ceaba419e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d0cd5579-1c6b-4e5b-8ba3-62ceaba419e4&quot;:{&quot;id&quot;:&quot;d0cd5579-1c6b-4e5b-8ba3-62ceaba419e4&quot;,&quot;name&quot;:&quot;Wheat bundle&quot;,&quot;displayName&quot;:&quot;&quot;,&quot;type&quot;:&quot;FIGURE_OBJECT&quot;,&quot;relativeTransform&quot;:{&quot;translate&quot;:{&quot;x&quot;:-128.31842864934472,&quot;y&quot;:-22.05030304040104},&quot;rotate&quot;:0,&quot;skewX&quot;:0,&quot;scale&quot;:{&quot;x&quot;:0.47992348091923037,&quot;y&quot;:0.47992348091923037}},&quot;image&quot;:{&quot;url&quot;:&quot;https://icons.biorender.com/biorender/6564d97a1fe35400ab498692/20231127180314/image/wheat-bundle.png&quot;,&quot;isPremium&quot;:false,&quot;size&quot;:{&quot;x&quot;:100,&quot;y&quot;:193.1034482758621}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36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5e32ecf5-d8d0-461d-b0d5-95c6a10f9f90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5e32ecf5-d8d0-461d-b0d5-95c6a10f9f90&quot;:{&quot;type&quot;:&quot;FIGURE_OBJECT&quot;,&quot;id&quot;:&quot;5e32ecf5-d8d0-461d-b0d5-95c6a10f9f90&quot;,&quot;parent&quot;:{&quot;type&quot;:&quot;CHILD&quot;,&quot;parentId&quot;:&quot;b15b33a2-3dce-487a-9233-a209c5b3ef57&quot;,&quot;order&quot;:&quot;37&quot;},&quot;relativeTransform&quot;:{&quot;translate&quot;:{&quot;x&quot;:15.760132444511704,&quot;y&quot;:-565.3470057526588},&quot;rotate&quot;:0,&quot;skewX&quot;:0,&quot;scale&quot;:{&quot;x&quot;:1,&quot;y&quot;:1}}},&quot;291b9c3b-408a-4f4c-aef9-653c32112f9f&quot;:{&quot;id&quot;:&quot;291b9c3b-408a-4f4c-aef9-653c32112f9f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e32ecf5-d8d0-461d-b0d5-95c6a10f9f90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ea896096-63c9-4c78-ab06-42767d71be6f&quot;:{&quot;type&quot;:&quot;FIGURE_OBJECT&quot;,&quot;id&quot;:&quot;ea896096-63c9-4c78-ab06-42767d71be6f&quot;,&quot;parent&quot;:{&quot;type&quot;:&quot;CROP&quot;,&quot;parentId&quot;:&quot;5e32ecf5-d8d0-461d-b0d5-95c6a10f9f90&quot;,&quot;order&quot;:&quot;5&quot;},&quot;relativeTransform&quot;:{&quot;translate&quot;:{&quot;x&quot;:-204.24184127287467,&quot;y&quot;:625.3365913998066},&quot;rotate&quot;:0,&quot;skewX&quot;:0,&quot;scale&quot;:{&quot;x&quot;:59.2129274352583,&quot;y&quot;:39.549175657546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4cd96055-3f72-49c6-afb7-7ef473c20eb6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4cd96055-3f72-49c6-afb7-7ef473c20eb6&quot;:{&quot;id&quot;:&quot;4cd96055-3f72-49c6-afb7-7ef473c20eb6&quot;,&quot;name&quot;:&quot;Wheat bundle&quot;,&quot;displayName&quot;:&quot;&quot;,&quot;type&quot;:&quot;FIGURE_OBJECT&quot;,&quot;relativeTransform&quot;:{&quot;translate&quot;:{&quot;x&quot;:149.63643931981056,&quot;y&quot;:-20.883880795754145},&quot;rotate&quot;:0,&quot;skewX&quot;:0,&quot;scale&quot;:{&quot;x&quot;:0.47992348091923037,&quot;y&quot;:0.47992348091923037}},&quot;image&quot;:{&quot;url&quot;:&quot;https://icons.cdn.biorender.com/biorender/6564d97a1fe35400ab498692/20231127180314/image/6564d97a1fe35400ab498692.png&quot;,&quot;isPremium&quot;:false,&quot;size&quot;:{&quot;x&quot;:100,&quot;y&quot;:193.1034482758621},&quot;fallbackUrl&quot;:&quot;sources/icons/6564d97a1fe35400ab498692/20231127180314/image/6564d97a1fe35400ab498692.svg&quot;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4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0a2749e8-956b-4226-a046-4c2ee79eeb6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0a2749e8-956b-4226-a046-4c2ee79eeb69&quot;:{&quot;id&quot;:&quot;0a2749e8-956b-4226-a046-4c2ee79eeb69&quot;,&quot;name&quot;:&quot;Wheat (seedling 3, with roots)&quot;,&quot;displayName&quot;:&quot;&quot;,&quot;type&quot;:&quot;FIGURE_OBJECT&quot;,&quot;relativeTransform&quot;:{&quot;translate&quot;:{&quot;x&quot;:50.181592952238894,&quot;y&quot;:14.613377780625786},&quot;rotate&quot;:0,&quot;skewX&quot;:0,&quot;scale&quot;:{&quot;x&quot;:0.3045154922454118,&quot;y&quot;:0.3045154922454118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41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636f6ea-daed-43d2-a5e4-ca952c823f5e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636f6ea-daed-43d2-a5e4-ca952c823f5e&quot;:{&quot;id&quot;:&quot;8636f6ea-daed-43d2-a5e4-ca952c823f5e&quot;,&quot;name&quot;:&quot;Wheat (seedling 3, with roots)&quot;,&quot;displayName&quot;:&quot;&quot;,&quot;type&quot;:&quot;FIGURE_OBJECT&quot;,&quot;relativeTransform&quot;:{&quot;translate&quot;:{&quot;x&quot;:99.82055225418608,&quot;y&quot;:13.596386163785663},&quot;rotate&quot;:0,&quot;skewX&quot;:0,&quot;scale&quot;:{&quot;x&quot;:0.491225721067416,&quot;y&quot;:0.491225721067416}},&quot;image&quot;:{&quot;url&quot;:&quot;https://icons.cdn.biorender.com/biorender/655290791fe354b66a498526/20231113211028/image/655290791fe354b66a498526.png&quot;,&quot;isPremium&quot;:true,&quot;size&quot;:{&quot;x&quot;:100,&quot;y&quot;:177.08333333333334},&quot;fallbackUrl&quot;:&quot;sources/icons/655290791fe354b66a498526/20231113211028/image/655290791fe354b66a498526.svg&quot;},&quot;source&quot;:{&quot;id&quot;:&quot;655290791fe354b66a498526&quot;,&quot;version&quot;:1699909828,&quot;type&quot;:&quot;ASSETS&quot;},&quot;isPremium&quot;:true,&quot;parent&quot;:{&quot;type&quot;:&quot;CHILD&quot;,&quot;parentId&quot;:&quot;b15b33a2-3dce-487a-9233-a209c5b3ef57&quot;,&quot;order&quot;:&quot;42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46f72c60-fc69-4503-8ff0-64c3a819982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46f72c60-fc69-4503-8ff0-64c3a819982f&quot;:{&quot;id&quot;:&quot;46f72c60-fc69-4503-8ff0-64c3a819982f&quot;,&quot;name&quot;:&quot;Wheat bundle&quot;,&quot;displayName&quot;:&quot;&quot;,&quot;type&quot;:&quot;FIGURE_OBJECT&quot;,&quot;relativeTransform&quot;:{&quot;translate&quot;:{&quot;x&quot;:214.1332904517789,&quot;y&quot;:-20.883450114256554},&quot;rotate&quot;:0,&quot;skewX&quot;:0,&quot;scale&quot;:{&quot;x&quot;:0.47992348091923037,&quot;y&quot;:0.47992348091923037}},&quot;image&quot;:{&quot;url&quot;:&quot;https://icons.biorender.com/biorender/6564d97a1fe35400ab498692/20231127180314/image/wheat-bundle.png&quot;,&quot;isPremium&quot;:false,&quot;size&quot;:{&quot;x&quot;:100,&quot;y&quot;:193.1034482758621}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45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acbd074-8480-4a77-acc5-47bece34d6d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acbd074-8480-4a77-acc5-47bece34d6df&quot;:{&quot;id&quot;:&quot;8acbd074-8480-4a77-acc5-47bece34d6df&quot;,&quot;name&quot;:&quot;Wheat bundle&quot;,&quot;displayName&quot;:&quot;&quot;,&quot;type&quot;:&quot;FIGURE_OBJECT&quot;,&quot;relativeTransform&quot;:{&quot;translate&quot;:{&quot;x&quot;:-193.61892368703707,&quot;y&quot;:-21.99919680423367},&quot;rotate&quot;:0,&quot;skewX&quot;:0,&quot;scale&quot;:{&quot;x&quot;:0.47992348091923037,&quot;y&quot;:0.47992348091923037}},&quot;image&quot;:{&quot;url&quot;:&quot;https://icons.cdn.biorender.com/biorender/6564d97a1fe35400ab498692/20231127180314/image/6564d97a1fe35400ab498692.png&quot;,&quot;isPremium&quot;:false,&quot;size&quot;:{&quot;x&quot;:100,&quot;y&quot;:193.1034482758621},&quot;fallbackUrl&quot;:&quot;sources/icons/6564d97a1fe35400ab498692/20231127180314/image/6564d97a1fe35400ab498692.svg&quot;},&quot;source&quot;:{&quot;id&quot;:&quot;6564d97a1fe35400ab498692&quot;,&quot;version&quot;:1701108194,&quot;type&quot;:&quot;ASSETS&quot;},&quot;isPremium&quot;:false,&quot;parent&quot;:{&quot;type&quot;:&quot;CHILD&quot;,&quot;parentId&quot;:&quot;b15b33a2-3dce-487a-9233-a209c5b3ef57&quot;,&quot;order&quot;:&quot;47&quot;},&quot;styles&quot;:{&quot;shoots&quot;:[{&quot;styleName&quot;:&quot;MONOCHROME_COLOR&quot;,&quot;index&quot;:0,&quot;color&quot;:&quot;#D0D3D6&quot;}],&quot;spike&quot;:[{&quot;styleName&quot;:&quot;MONOCHROME_COLOR&quot;,&quot;index&quot;:0,&quot;color&quot;:&quot;#D0D3D6&quot;}]}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4b24571c-8170-4270-bf50-abc661b10c30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4b24571c-8170-4270-bf50-abc661b10c30&quot;:{&quot;type&quot;:&quot;FIGURE_OBJECT&quot;,&quot;id&quot;:&quot;4b24571c-8170-4270-bf50-abc661b10c30&quot;,&quot;parent&quot;:{&quot;type&quot;:&quot;CHILD&quot;,&quot;parentId&quot;:&quot;b15b33a2-3dce-487a-9233-a209c5b3ef57&quot;,&quot;order&quot;:&quot;5&quot;},&quot;relativeTransform&quot;:{&quot;translate&quot;:{&quot;x&quot;:423.812124803666,&quot;y&quot;:-564.7838927196442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025cc2ed-1971-42fc-97c7-13d39f72601d&quot;:{&quot;id&quot;:&quot;025cc2ed-1971-42fc-97c7-13d39f72601d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4b24571c-8170-4270-bf50-abc661b10c30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7227666f-6931-42bf-8dcd-4bc171b7004d&quot;:{&quot;type&quot;:&quot;FIGURE_OBJECT&quot;,&quot;id&quot;:&quot;7227666f-6931-42bf-8dcd-4bc171b7004d&quot;,&quot;parent&quot;:{&quot;type&quot;:&quot;CROP&quot;,&quot;parentId&quot;:&quot;4b24571c-8170-4270-bf50-abc661b10c30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0d1bcf2b-9abb-4b32-aeb6-4cadae1363ee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0d1bcf2b-9abb-4b32-aeb6-4cadae1363ee&quot;:{&quot;type&quot;:&quot;FIGURE_OBJECT&quot;,&quot;id&quot;:&quot;0d1bcf2b-9abb-4b32-aeb6-4cadae1363ee&quot;,&quot;parent&quot;:{&quot;type&quot;:&quot;CHILD&quot;,&quot;parentId&quot;:&quot;b15b33a2-3dce-487a-9233-a209c5b3ef57&quot;,&quot;order&quot;:&quot;505&quot;},&quot;relativeTransform&quot;:{&quot;translate&quot;:{&quot;x&quot;:359.81462322647104,&quot;y&quot;:-565.7299967648852},&quot;rotate&quot;:0,&quot;skewX&quot;:0,&quot;scale&quot;:{&quot;x&quot;:1,&quot;y&quot;:1}}},&quot;de212c6d-a34d-438d-9335-724907da5573&quot;:{&quot;id&quot;:&quot;de212c6d-a34d-438d-9335-724907da5573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0d1bcf2b-9abb-4b32-aeb6-4cadae1363ee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6732369e-84a1-4fcf-ad53-daf81e4a8a7e&quot;:{&quot;type&quot;:&quot;FIGURE_OBJECT&quot;,&quot;id&quot;:&quot;6732369e-84a1-4fcf-ad53-daf81e4a8a7e&quot;,&quot;parent&quot;:{&quot;type&quot;:&quot;CROP&quot;,&quot;parentId&quot;:&quot;0d1bcf2b-9abb-4b32-aeb6-4cadae1363ee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a6bc6be6-9c26-401f-abec-9aaa256e0ab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a6bc6be6-9c26-401f-abec-9aaa256e0ab9&quot;:{&quot;type&quot;:&quot;FIGURE_OBJECT&quot;,&quot;id&quot;:&quot;a6bc6be6-9c26-401f-abec-9aaa256e0ab9&quot;,&quot;parent&quot;:{&quot;type&quot;:&quot;CHILD&quot;,&quot;parentId&quot;:&quot;b15b33a2-3dce-487a-9233-a209c5b3ef57&quot;,&quot;order&quot;:&quot;51&quot;},&quot;relativeTransform&quot;:{&quot;translate&quot;:{&quot;x&quot;:449.33133913843255,&quot;y&quot;:-567.3544934807763},&quot;rotate&quot;:0,&quot;skewX&quot;:0,&quot;scale&quot;:{&quot;x&quot;:1,&quot;y&quot;:1}}},&quot;73c30378-68f5-407f-8bdc-11b5259c33d7&quot;:{&quot;id&quot;:&quot;73c30378-68f5-407f-8bdc-11b5259c33d7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a6bc6be6-9c26-401f-abec-9aaa256e0ab9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2c068732-8c4f-4349-afa6-4b156f5df572&quot;:{&quot;type&quot;:&quot;FIGURE_OBJECT&quot;,&quot;id&quot;:&quot;2c068732-8c4f-4349-afa6-4b156f5df572&quot;,&quot;parent&quot;:{&quot;type&quot;:&quot;CROP&quot;,&quot;parentId&quot;:&quot;a6bc6be6-9c26-401f-abec-9aaa256e0ab9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3c715797-19b7-47fe-806f-2406e3c0a25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3c715797-19b7-47fe-806f-2406e3c0a259&quot;:{&quot;type&quot;:&quot;FIGURE_OBJECT&quot;,&quot;id&quot;:&quot;3c715797-19b7-47fe-806f-2406e3c0a259&quot;,&quot;parent&quot;:{&quot;type&quot;:&quot;CHILD&quot;,&quot;parentId&quot;:&quot;b15b33a2-3dce-487a-9233-a209c5b3ef57&quot;,&quot;order&quot;:&quot;52&quot;},&quot;relativeTransform&quot;:{&quot;translate&quot;:{&quot;x&quot;:-104.47459218790723,&quot;y&quot;:-567.481405618481},&quot;rotate&quot;:-2.4492935982947064e-16,&quot;skewX&quot;:0,&quot;scale&quot;:{&quot;x&quot;:1,&quot;y&quot;:1}}},&quot;ea9b29de-3cdc-4a68-8db0-481b2fc95550&quot;:{&quot;id&quot;:&quot;ea9b29de-3cdc-4a68-8db0-481b2fc95550&quot;,&quot;name&quot;:&quot;Wheat (seedling 3, with roots)&quot;,&quot;displayName&quot;:&quot;&quot;,&quot;type&quot;:&quot;FIGURE_OBJECT&quot;,&quot;relativeTransform&quot;:{&quot;translate&quot;:{&quot;x&quot;:204.24184127287467,&quot;y&quot;:560.0295413907501},&quot;rotate&quot;:6.283185307179586,&quot;skewX&quot;:0,&quot;scale&quot;:{&quot;x&quot;:-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3c715797-19b7-47fe-806f-2406e3c0a259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6f5cd6af-a3e7-413b-918f-c3dc326021ea&quot;:{&quot;type&quot;:&quot;FIGURE_OBJECT&quot;,&quot;id&quot;:&quot;6f5cd6af-a3e7-413b-918f-c3dc326021ea&quot;,&quot;parent&quot;:{&quot;type&quot;:&quot;CROP&quot;,&quot;parentId&quot;:&quot;3c715797-19b7-47fe-806f-2406e3c0a259&quot;,&quot;order&quot;:&quot;5&quot;},&quot;relativeTransform&quot;:{&quot;translate&quot;:{&quot;x&quot;:204.24184127287467,&quot;y&quot;:626.9555605831433},&quot;rotate&quot;:6.283185307179586,&quot;skewX&quot;:0,&quot;scale&quot;:{&quot;x&quot;:-59.2129274352583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d48d7156-e9e7-4635-9535-11d1abaee886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d48d7156-e9e7-4635-9535-11d1abaee886&quot;:{&quot;type&quot;:&quot;FIGURE_OBJECT&quot;,&quot;id&quot;:&quot;d48d7156-e9e7-4635-9535-11d1abaee886&quot;,&quot;parent&quot;:{&quot;type&quot;:&quot;CHILD&quot;,&quot;parentId&quot;:&quot;b15b33a2-3dce-487a-9233-a209c5b3ef57&quot;,&quot;order&quot;:&quot;525&quot;},&quot;relativeTransform&quot;:{&quot;translate&quot;:{&quot;x&quot;:24.776210744636668,&quot;y&quot;:-659.4165375602811},&quot;rotate&quot;:-2.4492935982947064e-16,&quot;skewX&quot;:0,&quot;scale&quot;:{&quot;x&quot;:1,&quot;y&quot;:1}}},&quot;bf283390-edc3-497c-8a60-b7e746ca040e&quot;:{&quot;id&quot;:&quot;bf283390-edc3-497c-8a60-b7e746ca040e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d48d7156-e9e7-4635-9535-11d1abaee886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f0d7ec0e-8388-49a4-a98e-42b1ab396eff&quot;:{&quot;type&quot;:&quot;FIGURE_OBJECT&quot;,&quot;id&quot;:&quot;f0d7ec0e-8388-49a4-a98e-42b1ab396eff&quot;,&quot;parent&quot;:{&quot;type&quot;:&quot;CROP&quot;,&quot;parentId&quot;:&quot;d48d7156-e9e7-4635-9535-11d1abaee886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0b2a0c8b-7fb3-4e44-9c56-ddb839c5ec3c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0b2a0c8b-7fb3-4e44-9c56-ddb839c5ec3c&quot;:{&quot;type&quot;:&quot;FIGURE_OBJECT&quot;,&quot;id&quot;:&quot;0b2a0c8b-7fb3-4e44-9c56-ddb839c5ec3c&quot;,&quot;parent&quot;:{&quot;type&quot;:&quot;CHILD&quot;,&quot;parentId&quot;:&quot;b15b33a2-3dce-487a-9233-a209c5b3ef57&quot;,&quot;order&quot;:&quot;53&quot;},&quot;relativeTransform&quot;:{&quot;translate&quot;:{&quot;x&quot;:480.97520121707714,&quot;y&quot;:-565.8639592390741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31c27ea6-c5fd-45aa-a18c-11b453734321&quot;:{&quot;id&quot;:&quot;31c27ea6-c5fd-45aa-a18c-11b453734321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0b2a0c8b-7fb3-4e44-9c56-ddb839c5ec3c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30320aef-7260-4ee5-8ec1-af2f19640c08&quot;:{&quot;type&quot;:&quot;FIGURE_OBJECT&quot;,&quot;id&quot;:&quot;30320aef-7260-4ee5-8ec1-af2f19640c08&quot;,&quot;parent&quot;:{&quot;type&quot;:&quot;CROP&quot;,&quot;parentId&quot;:&quot;0b2a0c8b-7fb3-4e44-9c56-ddb839c5ec3c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f749867-7b38-42d9-997b-8b5f40c25de7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f749867-7b38-42d9-997b-8b5f40c25de7&quot;:{&quot;type&quot;:&quot;FIGURE_OBJECT&quot;,&quot;id&quot;:&quot;1f749867-7b38-42d9-997b-8b5f40c25de7&quot;,&quot;parent&quot;:{&quot;type&quot;:&quot;CHILD&quot;,&quot;parentId&quot;:&quot;b15b33a2-3dce-487a-9233-a209c5b3ef57&quot;,&quot;order&quot;:&quot;55&quot;},&quot;relativeTransform&quot;:{&quot;translate&quot;:{&quot;x&quot;:506.4944155518437,&quot;y&quot;:-568.4345600002063},&quot;rotate&quot;:0,&quot;skewX&quot;:0,&quot;scale&quot;:{&quot;x&quot;:1,&quot;y&quot;:1}}},&quot;2570d4f3-bb86-4ca8-bcf8-0e28f4504e91&quot;:{&quot;id&quot;:&quot;2570d4f3-bb86-4ca8-bcf8-0e28f4504e91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1f749867-7b38-42d9-997b-8b5f40c25de7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cb0b5bf8-2e6f-464e-a7ad-100da9f4bca1&quot;:{&quot;type&quot;:&quot;FIGURE_OBJECT&quot;,&quot;id&quot;:&quot;cb0b5bf8-2e6f-464e-a7ad-100da9f4bca1&quot;,&quot;parent&quot;:{&quot;type&quot;:&quot;CROP&quot;,&quot;parentId&quot;:&quot;1f749867-7b38-42d9-997b-8b5f40c25de7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3e123882-3c6c-4293-aa3e-dd962935910d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3e123882-3c6c-4293-aa3e-dd962935910d&quot;:{&quot;type&quot;:&quot;FIGURE_OBJECT&quot;,&quot;id&quot;:&quot;3e123882-3c6c-4293-aa3e-dd962935910d&quot;,&quot;parent&quot;:{&quot;type&quot;:&quot;CHILD&quot;,&quot;parentId&quot;:&quot;b15b33a2-3dce-487a-9233-a209c5b3ef57&quot;,&quot;order&quot;:&quot;555&quot;},&quot;relativeTransform&quot;:{&quot;translate&quot;:{&quot;x&quot;:81.93928715804782,&quot;y&quot;:-660.496604079711},&quot;rotate&quot;:-2.4492935982947064e-16,&quot;skewX&quot;:0,&quot;scale&quot;:{&quot;x&quot;:1,&quot;y&quot;:1}}},&quot;89652fd8-0d7d-4c31-acf2-9349a6ecc20f&quot;:{&quot;id&quot;:&quot;89652fd8-0d7d-4c31-acf2-9349a6ecc20f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3e123882-3c6c-4293-aa3e-dd962935910d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f346feae-2a75-462d-b828-f455117d5d91&quot;:{&quot;type&quot;:&quot;FIGURE_OBJECT&quot;,&quot;id&quot;:&quot;f346feae-2a75-462d-b828-f455117d5d91&quot;,&quot;parent&quot;:{&quot;type&quot;:&quot;CROP&quot;,&quot;parentId&quot;:&quot;3e123882-3c6c-4293-aa3e-dd962935910d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c1e9d2b-448d-41ae-8db4-b09e75940d51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c1e9d2b-448d-41ae-8db4-b09e75940d51&quot;:{&quot;type&quot;:&quot;FIGURE_OBJECT&quot;,&quot;id&quot;:&quot;6c1e9d2b-448d-41ae-8db4-b09e75940d51&quot;,&quot;parent&quot;:{&quot;type&quot;:&quot;CHILD&quot;,&quot;parentId&quot;:&quot;b15b33a2-3dce-487a-9233-a209c5b3ef57&quot;,&quot;order&quot;:&quot;56&quot;},&quot;relativeTransform&quot;:{&quot;translate&quot;:{&quot;x&quot;:525.7950214467501,&quot;y&quot;:-565.9924617125694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94ff0582-ae10-4230-bd70-a73d77f68227&quot;:{&quot;id&quot;:&quot;94ff0582-ae10-4230-bd70-a73d77f68227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6c1e9d2b-448d-41ae-8db4-b09e75940d51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fb3e5f22-39bf-4e7e-bed3-dda8337fc7a6&quot;:{&quot;type&quot;:&quot;FIGURE_OBJECT&quot;,&quot;id&quot;:&quot;fb3e5f22-39bf-4e7e-bed3-dda8337fc7a6&quot;,&quot;parent&quot;:{&quot;type&quot;:&quot;CROP&quot;,&quot;parentId&quot;:&quot;6c1e9d2b-448d-41ae-8db4-b09e75940d51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0a11167-f953-44cc-8c38-dd35f1781ae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0a11167-f953-44cc-8c38-dd35f1781ae8&quot;:{&quot;type&quot;:&quot;FIGURE_OBJECT&quot;,&quot;id&quot;:&quot;60a11167-f953-44cc-8c38-dd35f1781ae8&quot;,&quot;parent&quot;:{&quot;type&quot;:&quot;CHILD&quot;,&quot;parentId&quot;:&quot;b15b33a2-3dce-487a-9233-a209c5b3ef57&quot;,&quot;order&quot;:&quot;57&quot;},&quot;relativeTransform&quot;:{&quot;translate&quot;:{&quot;x&quot;:551.3142357815169,&quot;y&quot;:-568.5630624737015},&quot;rotate&quot;:0,&quot;skewX&quot;:0,&quot;scale&quot;:{&quot;x&quot;:1,&quot;y&quot;:1}}},&quot;09283398-d296-44a2-a9d8-a63c8580b2ab&quot;:{&quot;id&quot;:&quot;09283398-d296-44a2-a9d8-a63c8580b2ab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60a11167-f953-44cc-8c38-dd35f1781ae8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7fa9a9d2-95c6-45b0-9855-c6bca7f4af0e&quot;:{&quot;type&quot;:&quot;FIGURE_OBJECT&quot;,&quot;id&quot;:&quot;7fa9a9d2-95c6-45b0-9855-c6bca7f4af0e&quot;,&quot;parent&quot;:{&quot;type&quot;:&quot;CROP&quot;,&quot;parentId&quot;:&quot;60a11167-f953-44cc-8c38-dd35f1781ae8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6ae98424-3e9d-4c1f-81a5-bae3b72847b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6ae98424-3e9d-4c1f-81a5-bae3b72847bf&quot;:{&quot;type&quot;:&quot;FIGURE_OBJECT&quot;,&quot;id&quot;:&quot;6ae98424-3e9d-4c1f-81a5-bae3b72847bf&quot;,&quot;parent&quot;:{&quot;type&quot;:&quot;CHILD&quot;,&quot;parentId&quot;:&quot;b15b33a2-3dce-487a-9233-a209c5b3ef57&quot;,&quot;order&quot;:&quot;575&quot;},&quot;relativeTransform&quot;:{&quot;translate&quot;:{&quot;x&quot;:126.7591073877208,&quot;y&quot;:-660.6251065532063},&quot;rotate&quot;:-2.4492935982947064e-16,&quot;skewX&quot;:0,&quot;scale&quot;:{&quot;x&quot;:1,&quot;y&quot;:1}}},&quot;3108aad4-84a0-42e0-92a3-27353acdc323&quot;:{&quot;id&quot;:&quot;3108aad4-84a0-42e0-92a3-27353acdc323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6ae98424-3e9d-4c1f-81a5-bae3b72847bf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65c13136-6121-4a4c-a5a7-41cfebeaf939&quot;:{&quot;type&quot;:&quot;FIGURE_OBJECT&quot;,&quot;id&quot;:&quot;65c13136-6121-4a4c-a5a7-41cfebeaf939&quot;,&quot;parent&quot;:{&quot;type&quot;:&quot;CROP&quot;,&quot;parentId&quot;:&quot;6ae98424-3e9d-4c1f-81a5-bae3b72847bf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c0545957-b524-4623-bc73-3fd500d4209a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c0545957-b524-4623-bc73-3fd500d4209a&quot;:{&quot;type&quot;:&quot;FIGURE_OBJECT&quot;,&quot;id&quot;:&quot;c0545957-b524-4623-bc73-3fd500d4209a&quot;,&quot;parent&quot;:{&quot;type&quot;:&quot;CHILD&quot;,&quot;parentId&quot;:&quot;b15b33a2-3dce-487a-9233-a209c5b3ef57&quot;,&quot;order&quot;:&quot;58&quot;},&quot;relativeTransform&quot;:{&quot;translate&quot;:{&quot;x&quot;:382.09963332842796,&quot;y&quot;:-565.8572154228121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d22590d0-6799-4b0b-ac24-7991a314b7b6&quot;:{&quot;id&quot;:&quot;d22590d0-6799-4b0b-ac24-7991a314b7b6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c0545957-b524-4623-bc73-3fd500d4209a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7e13a4c5-6477-44ef-9aac-e5f760f6dd63&quot;:{&quot;type&quot;:&quot;FIGURE_OBJECT&quot;,&quot;id&quot;:&quot;7e13a4c5-6477-44ef-9aac-e5f760f6dd63&quot;,&quot;parent&quot;:{&quot;type&quot;:&quot;CROP&quot;,&quot;parentId&quot;:&quot;c0545957-b524-4623-bc73-3fd500d4209a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3c2b31fd-c9d5-49a7-9388-14688c98e002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3c2b31fd-c9d5-49a7-9388-14688c98e002&quot;:{&quot;type&quot;:&quot;FIGURE_OBJECT&quot;,&quot;id&quot;:&quot;3c2b31fd-c9d5-49a7-9388-14688c98e002&quot;,&quot;parent&quot;:{&quot;type&quot;:&quot;CHILD&quot;,&quot;parentId&quot;:&quot;b15b33a2-3dce-487a-9233-a209c5b3ef57&quot;,&quot;order&quot;:&quot;6&quot;},&quot;relativeTransform&quot;:{&quot;translate&quot;:{&quot;x&quot;:407.6188476631947,&quot;y&quot;:-568.4278161839443},&quot;rotate&quot;:0,&quot;skewX&quot;:0,&quot;scale&quot;:{&quot;x&quot;:1,&quot;y&quot;:1}}},&quot;ed31a806-b775-4b6a-a063-71e718bd4e77&quot;:{&quot;id&quot;:&quot;ed31a806-b775-4b6a-a063-71e718bd4e77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3c2b31fd-c9d5-49a7-9388-14688c98e002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949ddfeb-f70e-4da4-a31c-837d9441b83b&quot;:{&quot;type&quot;:&quot;FIGURE_OBJECT&quot;,&quot;id&quot;:&quot;949ddfeb-f70e-4da4-a31c-837d9441b83b&quot;,&quot;parent&quot;:{&quot;type&quot;:&quot;CROP&quot;,&quot;parentId&quot;:&quot;3c2b31fd-c9d5-49a7-9388-14688c98e002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796a0279-1025-46bd-a964-5311e2f0e4bc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796a0279-1025-46bd-a964-5311e2f0e4bc&quot;:{&quot;type&quot;:&quot;FIGURE_OBJECT&quot;,&quot;id&quot;:&quot;796a0279-1025-46bd-a964-5311e2f0e4bc&quot;,&quot;parent&quot;:{&quot;type&quot;:&quot;CHILD&quot;,&quot;parentId&quot;:&quot;b15b33a2-3dce-487a-9233-a209c5b3ef57&quot;,&quot;order&quot;:&quot;605&quot;},&quot;relativeTransform&quot;:{&quot;translate&quot;:{&quot;x&quot;:-16.936280730601375,&quot;y&quot;:-660.489860263449},&quot;rotate&quot;:-2.4492935982947064e-16,&quot;skewX&quot;:0,&quot;scale&quot;:{&quot;x&quot;:1,&quot;y&quot;:1}}},&quot;e4eb45a9-7925-4065-bda8-75fffb996dfa&quot;:{&quot;id&quot;:&quot;e4eb45a9-7925-4065-bda8-75fffb996dfa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796a0279-1025-46bd-a964-5311e2f0e4bc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dea6f5c6-569f-4fc1-815f-9fa3623619c7&quot;:{&quot;type&quot;:&quot;FIGURE_OBJECT&quot;,&quot;id&quot;:&quot;dea6f5c6-569f-4fc1-815f-9fa3623619c7&quot;,&quot;parent&quot;:{&quot;type&quot;:&quot;CROP&quot;,&quot;parentId&quot;:&quot;796a0279-1025-46bd-a964-5311e2f0e4bc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b9362cb-88a5-4f37-abbe-13a3cd20ccb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b9362cb-88a5-4f37-abbe-13a3cd20ccb3&quot;:{&quot;type&quot;:&quot;FIGURE_OBJECT&quot;,&quot;id&quot;:&quot;1b9362cb-88a5-4f37-abbe-13a3cd20ccb3&quot;,&quot;parent&quot;:{&quot;type&quot;:&quot;CHILD&quot;,&quot;parentId&quot;:&quot;b15b33a2-3dce-487a-9233-a209c5b3ef57&quot;,&quot;order&quot;:&quot;61&quot;},&quot;relativeTransform&quot;:{&quot;translate&quot;:{&quot;x&quot;:57.86280062980051,&quot;y&quot;:-661.1683935231639},&quot;rotate&quot;:-2.4492935982947064e-16,&quot;skewX&quot;:0,&quot;scale&quot;:{&quot;x&quot;:1,&quot;y&quot;:1}}},&quot;491614c1-d349-4642-981e-4438cae1c4da&quot;:{&quot;id&quot;:&quot;491614c1-d349-4642-981e-4438cae1c4da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1b9362cb-88a5-4f37-abbe-13a3cd20ccb3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02c5e60e-60fe-41fa-830c-360ae22d344b&quot;:{&quot;type&quot;:&quot;FIGURE_OBJECT&quot;,&quot;id&quot;:&quot;02c5e60e-60fe-41fa-830c-360ae22d344b&quot;,&quot;parent&quot;:{&quot;type&quot;:&quot;CROP&quot;,&quot;parentId&quot;:&quot;1b9362cb-88a5-4f37-abbe-13a3cd20ccb3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9d161571-6375-4521-9498-cfe430b2b5e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9d161571-6375-4521-9498-cfe430b2b5ef&quot;:{&quot;type&quot;:&quot;FIGURE_OBJECT&quot;,&quot;id&quot;:&quot;9d161571-6375-4521-9498-cfe430b2b5ef&quot;,&quot;parent&quot;:{&quot;type&quot;:&quot;CHILD&quot;,&quot;parentId&quot;:&quot;b15b33a2-3dce-487a-9233-a209c5b3ef57&quot;,&quot;order&quot;:&quot;62&quot;},&quot;relativeTransform&quot;:{&quot;translate&quot;:{&quot;x&quot;:491.2192985227266,&quot;y&quot;:-565.1853644069201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be18c7f6-a935-49b7-8daf-007e47fed41f&quot;:{&quot;id&quot;:&quot;be18c7f6-a935-49b7-8daf-007e47fed41f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9d161571-6375-4521-9498-cfe430b2b5ef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2760e2d6-4513-4111-bf3e-c8493416fdda&quot;:{&quot;type&quot;:&quot;FIGURE_OBJECT&quot;,&quot;id&quot;:&quot;2760e2d6-4513-4111-bf3e-c8493416fdda&quot;,&quot;parent&quot;:{&quot;type&quot;:&quot;CROP&quot;,&quot;parentId&quot;:&quot;9d161571-6375-4521-9498-cfe430b2b5ef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c96d748c-b176-4a91-bc46-ebf47d2f3f3d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c96d748c-b176-4a91-bc46-ebf47d2f3f3d&quot;:{&quot;type&quot;:&quot;FIGURE_OBJECT&quot;,&quot;id&quot;:&quot;c96d748c-b176-4a91-bc46-ebf47d2f3f3d&quot;,&quot;parent&quot;:{&quot;type&quot;:&quot;CHILD&quot;,&quot;parentId&quot;:&quot;b15b33a2-3dce-487a-9233-a209c5b3ef57&quot;,&quot;order&quot;:&quot;625&quot;},&quot;relativeTransform&quot;:{&quot;translate&quot;:{&quot;x&quot;:516.7385128574932,&quot;y&quot;:-567.7559651680523},&quot;rotate&quot;:0,&quot;skewX&quot;:0,&quot;scale&quot;:{&quot;x&quot;:1,&quot;y&quot;:1}}},&quot;aa62d7ac-4857-44db-9d9e-74ced7985455&quot;:{&quot;id&quot;:&quot;aa62d7ac-4857-44db-9d9e-74ced7985455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c96d748c-b176-4a91-bc46-ebf47d2f3f3d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a4085af3-26c0-48af-a49b-7caf8aeffee5&quot;:{&quot;type&quot;:&quot;FIGURE_OBJECT&quot;,&quot;id&quot;:&quot;a4085af3-26c0-48af-a49b-7caf8aeffee5&quot;,&quot;parent&quot;:{&quot;type&quot;:&quot;CROP&quot;,&quot;parentId&quot;:&quot;c96d748c-b176-4a91-bc46-ebf47d2f3f3d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55210c81-b1b2-4b19-814b-46ba9c68276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55210c81-b1b2-4b19-814b-46ba9c68276f&quot;:{&quot;type&quot;:&quot;FIGURE_OBJECT&quot;,&quot;id&quot;:&quot;55210c81-b1b2-4b19-814b-46ba9c68276f&quot;,&quot;parent&quot;:{&quot;type&quot;:&quot;CHILD&quot;,&quot;parentId&quot;:&quot;b15b33a2-3dce-487a-9233-a209c5b3ef57&quot;,&quot;order&quot;:&quot;63&quot;},&quot;relativeTransform&quot;:{&quot;translate&quot;:{&quot;x&quot;:92.18338446369728,&quot;y&quot;:-659.818009247557},&quot;rotate&quot;:-2.4492935982947064e-16,&quot;skewX&quot;:0,&quot;scale&quot;:{&quot;x&quot;:1,&quot;y&quot;:1}}},&quot;bdb0d044-76a5-4fd8-b1ef-c0cec2a6651a&quot;:{&quot;id&quot;:&quot;bdb0d044-76a5-4fd8-b1ef-c0cec2a6651a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55210c81-b1b2-4b19-814b-46ba9c68276f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54ef62dc-09c3-44d5-b465-7539d4b27c33&quot;:{&quot;type&quot;:&quot;FIGURE_OBJECT&quot;,&quot;id&quot;:&quot;54ef62dc-09c3-44d5-b465-7539d4b27c33&quot;,&quot;parent&quot;:{&quot;type&quot;:&quot;CROP&quot;,&quot;parentId&quot;:&quot;55210c81-b1b2-4b19-814b-46ba9c68276f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95dc4448-8181-406b-9b92-b69fd3d8eed1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95dc4448-8181-406b-9b92-b69fd3d8eed1&quot;:{&quot;type&quot;:&quot;FIGURE_OBJECT&quot;,&quot;id&quot;:&quot;95dc4448-8181-406b-9b92-b69fd3d8eed1&quot;,&quot;parent&quot;:{&quot;type&quot;:&quot;CHILD&quot;,&quot;parentId&quot;:&quot;b15b33a2-3dce-487a-9233-a209c5b3ef57&quot;,&quot;order&quot;:&quot;65&quot;},&quot;relativeTransform&quot;:{&quot;translate&quot;:{&quot;x&quot;:548.3823749361378,&quot;y&quot;:-566.2654309263501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18498d6c-85fb-46fe-9c7f-4ebe8d963350&quot;:{&quot;id&quot;:&quot;18498d6c-85fb-46fe-9c7f-4ebe8d963350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95dc4448-8181-406b-9b92-b69fd3d8eed1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7083d97c-8a9a-4d01-b8a7-8daed73e8842&quot;:{&quot;type&quot;:&quot;FIGURE_OBJECT&quot;,&quot;id&quot;:&quot;7083d97c-8a9a-4d01-b8a7-8daed73e8842&quot;,&quot;parent&quot;:{&quot;type&quot;:&quot;CROP&quot;,&quot;parentId&quot;:&quot;95dc4448-8181-406b-9b92-b69fd3d8eed1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56d873d-c74f-4258-b9a7-53cfb5512974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56d873d-c74f-4258-b9a7-53cfb5512974&quot;:{&quot;type&quot;:&quot;FIGURE_OBJECT&quot;,&quot;id&quot;:&quot;156d873d-c74f-4258-b9a7-53cfb5512974&quot;,&quot;parent&quot;:{&quot;type&quot;:&quot;CHILD&quot;,&quot;parentId&quot;:&quot;b15b33a2-3dce-487a-9233-a209c5b3ef57&quot;,&quot;order&quot;:&quot;655&quot;},&quot;relativeTransform&quot;:{&quot;translate&quot;:{&quot;x&quot;:573.9015892709043,&quot;y&quot;:-568.8360316874822},&quot;rotate&quot;:0,&quot;skewX&quot;:0,&quot;scale&quot;:{&quot;x&quot;:1,&quot;y&quot;:1}}},&quot;85aac525-994f-483e-b1ee-e63a214bfe94&quot;:{&quot;id&quot;:&quot;85aac525-994f-483e-b1ee-e63a214bfe94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156d873d-c74f-4258-b9a7-53cfb5512974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9b78dd1a-205e-4238-99b0-0570bc09e765&quot;:{&quot;type&quot;:&quot;FIGURE_OBJECT&quot;,&quot;id&quot;:&quot;9b78dd1a-205e-4238-99b0-0570bc09e765&quot;,&quot;parent&quot;:{&quot;type&quot;:&quot;CROP&quot;,&quot;parentId&quot;:&quot;156d873d-c74f-4258-b9a7-53cfb5512974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77ef2330-0631-4936-ab35-5ee6dfcf553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77ef2330-0631-4936-ab35-5ee6dfcf5533&quot;:{&quot;type&quot;:&quot;FIGURE_OBJECT&quot;,&quot;id&quot;:&quot;77ef2330-0631-4936-ab35-5ee6dfcf5533&quot;,&quot;parent&quot;:{&quot;type&quot;:&quot;CHILD&quot;,&quot;parentId&quot;:&quot;b15b33a2-3dce-487a-9233-a209c5b3ef57&quot;,&quot;order&quot;:&quot;66&quot;},&quot;relativeTransform&quot;:{&quot;translate&quot;:{&quot;x&quot;:149.34646087710843,&quot;y&quot;:-660.898075766987},&quot;rotate&quot;:-2.4492935982947064e-16,&quot;skewX&quot;:0,&quot;scale&quot;:{&quot;x&quot;:1,&quot;y&quot;:1}}},&quot;7d64e1ad-b387-4ac6-bb3f-9f72cdf054fb&quot;:{&quot;id&quot;:&quot;7d64e1ad-b387-4ac6-bb3f-9f72cdf054fb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77ef2330-0631-4936-ab35-5ee6dfcf5533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33bffc58-bed6-4375-a2cf-fb5589ac2afa&quot;:{&quot;type&quot;:&quot;FIGURE_OBJECT&quot;,&quot;id&quot;:&quot;33bffc58-bed6-4375-a2cf-fb5589ac2afa&quot;,&quot;parent&quot;:{&quot;type&quot;:&quot;CROP&quot;,&quot;parentId&quot;:&quot;77ef2330-0631-4936-ab35-5ee6dfcf5533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caf760dd-5160-4d6f-898c-5c2daecd2a2c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caf760dd-5160-4d6f-898c-5c2daecd2a2c&quot;:{&quot;type&quot;:&quot;FIGURE_OBJECT&quot;,&quot;id&quot;:&quot;caf760dd-5160-4d6f-898c-5c2daecd2a2c&quot;,&quot;parent&quot;:{&quot;type&quot;:&quot;CHILD&quot;,&quot;parentId&quot;:&quot;b15b33a2-3dce-487a-9233-a209c5b3ef57&quot;,&quot;order&quot;:&quot;67&quot;},&quot;relativeTransform&quot;:{&quot;translate&quot;:{&quot;x&quot;:125.26997434886113,&quot;y&quot;:-661.5698652104398},&quot;rotate&quot;:-2.4492935982947064e-16,&quot;skewX&quot;:0,&quot;scale&quot;:{&quot;x&quot;:1,&quot;y&quot;:1}}},&quot;7585fdc4-19a0-47fb-affb-46b7d7c2356a&quot;:{&quot;id&quot;:&quot;7585fdc4-19a0-47fb-affb-46b7d7c2356a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caf760dd-5160-4d6f-898c-5c2daecd2a2c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82ebf0e1-d03f-45ee-bd6a-f926f4b29290&quot;:{&quot;type&quot;:&quot;FIGURE_OBJECT&quot;,&quot;id&quot;:&quot;82ebf0e1-d03f-45ee-bd6a-f926f4b29290&quot;,&quot;parent&quot;:{&quot;type&quot;:&quot;CROP&quot;,&quot;parentId&quot;:&quot;caf760dd-5160-4d6f-898c-5c2daecd2a2c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ccbab802-4de6-44c2-8ccf-461d551554a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ccbab802-4de6-44c2-8ccf-461d551554a9&quot;:{&quot;type&quot;:&quot;FIGURE_OBJECT&quot;,&quot;id&quot;:&quot;ccbab802-4de6-44c2-8ccf-461d551554a9&quot;,&quot;parent&quot;:{&quot;type&quot;:&quot;CHILD&quot;,&quot;parentId&quot;:&quot;b15b33a2-3dce-487a-9233-a209c5b3ef57&quot;,&quot;order&quot;:&quot;68&quot;},&quot;relativeTransform&quot;:{&quot;translate&quot;:{&quot;x&quot;:302.2759138281166,&quot;y&quot;:-567.0890712831128},&quot;rotate&quot;:0,&quot;skewX&quot;:0,&quot;scale&quot;:{&quot;x&quot;:1,&quot;y&quot;:1}}},&quot;38bac548-c8ee-4704-9e59-0081d96e7954&quot;:{&quot;id&quot;:&quot;38bac548-c8ee-4704-9e59-0081d96e7954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ccbab802-4de6-44c2-8ccf-461d551554a9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296cb27e-d94c-45f3-a40b-a0c452c6a1ac&quot;:{&quot;type&quot;:&quot;FIGURE_OBJECT&quot;,&quot;id&quot;:&quot;296cb27e-d94c-45f3-a40b-a0c452c6a1ac&quot;,&quot;parent&quot;:{&quot;type&quot;:&quot;CROP&quot;,&quot;parentId&quot;:&quot;ccbab802-4de6-44c2-8ccf-461d551554a9&quot;,&quot;order&quot;:&quot;5&quot;},&quot;relativeTransform&quot;:{&quot;translate&quot;:{&quot;x&quot;:-204.24184127287467,&quot;y&quot;:627.2010760269246},&quot;rotate&quot;:0,&quot;skewX&quot;:0,&quot;scale&quot;:{&quot;x&quot;:59.2129274352583,&quot;y&quot;:37.6846910304287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7f31b038-3c29-4ddb-bd9d-3f4d53e07e5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7f31b038-3c29-4ddb-bd9d-3f4d53e07e58&quot;:{&quot;type&quot;:&quot;FIGURE_OBJECT&quot;,&quot;id&quot;:&quot;7f31b038-3c29-4ddb-bd9d-3f4d53e07e58&quot;,&quot;parent&quot;:{&quot;type&quot;:&quot;CHILD&quot;,&quot;parentId&quot;:&quot;b15b33a2-3dce-487a-9233-a209c5b3ef57&quot;,&quot;order&quot;:&quot;7&quot;},&quot;relativeTransform&quot;:{&quot;translate&quot;:{&quot;x&quot;:-121.83046357212439,&quot;y&quot;:-565.5865353313399},&quot;rotate&quot;:-2.4492935982947064e-16,&quot;skewX&quot;:0,&quot;scale&quot;:{&quot;x&quot;:1,&quot;y&quot;:1}}},&quot;67807a5a-e2a3-4bf9-95c7-1295b01c0cc1&quot;:{&quot;id&quot;:&quot;67807a5a-e2a3-4bf9-95c7-1295b01c0cc1&quot;,&quot;name&quot;:&quot;Wheat (seedling 3, with roots)&quot;,&quot;displayName&quot;:&quot;&quot;,&quot;type&quot;:&quot;FIGURE_OBJECT&quot;,&quot;relativeTransform&quot;:{&quot;translate&quot;:{&quot;x&quot;:204.24184127287467,&quot;y&quot;:560.0295413907501},&quot;rotate&quot;:6.283185307179586,&quot;skewX&quot;:0,&quot;scale&quot;:{&quot;x&quot;:-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7f31b038-3c29-4ddb-bd9d-3f4d53e07e58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31df1999-4bb4-4d0a-90d8-3d3d105af05f&quot;:{&quot;type&quot;:&quot;FIGURE_OBJECT&quot;,&quot;id&quot;:&quot;31df1999-4bb4-4d0a-90d8-3d3d105af05f&quot;,&quot;parent&quot;:{&quot;type&quot;:&quot;CROP&quot;,&quot;parentId&quot;:&quot;7f31b038-3c29-4ddb-bd9d-3f4d53e07e58&quot;,&quot;order&quot;:&quot;5&quot;},&quot;relativeTransform&quot;:{&quot;translate&quot;:{&quot;x&quot;:204.24184127287467,&quot;y&quot;:626.9555605831433},&quot;rotate&quot;:6.283185307179586,&quot;skewX&quot;:0,&quot;scale&quot;:{&quot;x&quot;:-59.2129274352583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25c279a-92ac-4a1b-abf0-9d7e8bf25842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25c279a-92ac-4a1b-abf0-9d7e8bf25842&quot;:{&quot;type&quot;:&quot;FIGURE_OBJECT&quot;,&quot;id&quot;:&quot;225c279a-92ac-4a1b-abf0-9d7e8bf25842&quot;,&quot;parent&quot;:{&quot;type&quot;:&quot;CHILD&quot;,&quot;parentId&quot;:&quot;b15b33a2-3dce-487a-9233-a209c5b3ef57&quot;,&quot;order&quot;:&quot;705&quot;},&quot;relativeTransform&quot;:{&quot;translate&quot;:{&quot;x&quot;:270.6689074038138,&quot;y&quot;:-565.7195365925805},&quot;rotate&quot;:0,&quot;skewX&quot;:0,&quot;scale&quot;:{&quot;x&quot;:1,&quot;y&quot;:1}}},&quot;6af4a1e3-e2cb-4c99-a3df-b168abec841c&quot;:{&quot;id&quot;:&quot;6af4a1e3-e2cb-4c99-a3df-b168abec841c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225c279a-92ac-4a1b-abf0-9d7e8bf25842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0b3789e2-07f6-4de6-b0a8-f388e7dfda58&quot;:{&quot;type&quot;:&quot;FIGURE_OBJECT&quot;,&quot;id&quot;:&quot;0b3789e2-07f6-4de6-b0a8-f388e7dfda58&quot;,&quot;parent&quot;:{&quot;type&quot;:&quot;CROP&quot;,&quot;parentId&quot;:&quot;225c279a-92ac-4a1b-abf0-9d7e8bf25842&quot;,&quot;order&quot;:&quot;5&quot;},&quot;relativeTransform&quot;:{&quot;translate&quot;:{&quot;x&quot;:-204.24184127287467,&quot;y&quot;:627.4952169775888},&quot;rotate&quot;:0,&quot;skewX&quot;:0,&quot;scale&quot;:{&quot;x&quot;:59.2129274352583,&quot;y&quot;:37.39055007976445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271f6e35-2e25-4c0d-ae17-26fcc8b07fb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271f6e35-2e25-4c0d-ae17-26fcc8b07fb8&quot;:{&quot;type&quot;:&quot;FIGURE_OBJECT&quot;,&quot;id&quot;:&quot;271f6e35-2e25-4c0d-ae17-26fcc8b07fb8&quot;,&quot;parent&quot;:{&quot;type&quot;:&quot;CHILD&quot;,&quot;parentId&quot;:&quot;b15b33a2-3dce-487a-9233-a209c5b3ef57&quot;,&quot;order&quot;:&quot;71&quot;},&quot;relativeTransform&quot;:{&quot;translate&quot;:{&quot;x&quot;:325.9179497982711,&quot;y&quot;:-565.7197552505075},&quot;rotate&quot;:0,&quot;skewX&quot;:0,&quot;scale&quot;:{&quot;x&quot;:1,&quot;y&quot;:1}},&quot;cropPathStyles&quot;:[{&quot;type&quot;:&quot;STROKE&quot;,&quot;strokeStyle&quot;:&quot;#ffffff&quot;,&quot;lineWidth&quot;:0},{&quot;type&quot;:&quot;FILL&quot;,&quot;fillStyle&quot;:&quot;transparent&quot;}]},&quot;98413166-c0db-49a4-8360-7fb24cf454ca&quot;:{&quot;id&quot;:&quot;98413166-c0db-49a4-8360-7fb24cf454ca&quot;,&quot;name&quot;:&quot;Wheat (seedling 3, with roots)&quot;,&quot;displayName&quot;:&quot;&quot;,&quot;type&quot;:&quot;FIGURE_OBJECT&quot;,&quot;relativeTransform&quot;:{&quot;translate&quot;:{&quot;x&quot;:-204.24184127287467,&quot;y&quot;:560.0295413907501},&quot;rotate&quot;:0,&quot;skewX&quot;:0,&quot;scale&quot;:{&quot;x&quot;:1.1842585487051662,&quot;y&quot;:1.1842585487051662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271f6e35-2e25-4c0d-ae17-26fcc8b07fb8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1849b2b3-04ab-4d5a-8089-84ec86413d96&quot;:{&quot;type&quot;:&quot;FIGURE_OBJECT&quot;,&quot;id&quot;:&quot;1849b2b3-04ab-4d5a-8089-84ec86413d96&quot;,&quot;parent&quot;:{&quot;type&quot;:&quot;CROP&quot;,&quot;parentId&quot;:&quot;271f6e35-2e25-4c0d-ae17-26fcc8b07fb8&quot;,&quot;order&quot;:&quot;5&quot;},&quot;relativeTransform&quot;:{&quot;translate&quot;:{&quot;x&quot;:-203.7021848784291,&quot;y&quot;:626.9555605831433},&quot;rotate&quot;:0,&quot;skewX&quot;:0,&quot;scale&quot;:{&quot;x&quot;:19.818010640731657,&quot;y&quot;:37.9302064742100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6079875-03fb-4280-98d2-f080b423f5f8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6079875-03fb-4280-98d2-f080b423f5f8&quot;:{&quot;type&quot;:&quot;FIGURE_OBJECT&quot;,&quot;id&quot;:&quot;86079875-03fb-4280-98d2-f080b423f5f8&quot;,&quot;parent&quot;:{&quot;type&quot;:&quot;CHILD&quot;,&quot;parentId&quot;:&quot;b15b33a2-3dce-487a-9233-a209c5b3ef57&quot;,&quot;order&quot;:&quot;72&quot;},&quot;relativeTransform&quot;:{&quot;translate&quot;:{&quot;x&quot;:-73.11796426075827,&quot;y&quot;:-660.3524000911444},&quot;rotate&quot;:-2.4492935982947064e-16,&quot;skewX&quot;:0,&quot;scale&quot;:{&quot;x&quot;:1,&quot;y&quot;:1}}},&quot;2f1c4e37-de53-49b6-80db-36d2ed523e0b&quot;:{&quot;id&quot;:&quot;2f1c4e37-de53-49b6-80db-36d2ed523e0b&quot;,&quot;name&quot;:&quot;Wheat (seedling 3, with roots)&quot;,&quot;displayName&quot;:&quot;&quot;,&quot;type&quot;:&quot;FIGURE_OBJECT&quot;,&quot;relativeTransform&quot;:{&quot;translate&quot;:{&quot;x&quot;:204.24184127287467,&quot;y&quot;:648.9412783643257},&quot;rotate&quot;:6.283185307179586,&quot;skewX&quot;:8.394481719648891e-17,&quot;scale&quot;:{&quot;x&quot;:-1.1842585487051662,&quot;y&quot;:1.3722744957384228}},&quot;image&quot;:{&quot;url&quot;:&quot;https://icons.biorender.com/biorender/655290791fe354b66a498526/20231113211028/image/wheat-seedling-3-with-roots.png&quot;,&quot;isPremium&quot;:true,&quot;size&quot;:{&quot;x&quot;:100,&quot;y&quot;:177.08333333333334}},&quot;source&quot;:{&quot;id&quot;:&quot;655290791fe354b66a498526&quot;,&quot;version&quot;:1699909828,&quot;type&quot;:&quot;ASSETS&quot;},&quot;isPremium&quot;:true,&quot;parent&quot;:{&quot;type&quot;:&quot;CHILD&quot;,&quot;parentId&quot;:&quot;86079875-03fb-4280-98d2-f080b423f5f8&quot;,&quot;order&quot;:&quot;5&quot;},&quot;styles&quot;:{&quot;tillers&quot;:[{&quot;styleName&quot;:&quot;MONOCHROME_COLOR&quot;,&quot;index&quot;:0,&quot;color&quot;:&quot;#D0D3D6&quot;}],&quot;leaves&quot;:[{&quot;styleName&quot;:&quot;MONOCHROME_COLOR&quot;,&quot;index&quot;:0,&quot;color&quot;:&quot;#D0D3D6&quot;}],&quot;roots&quot;:[{&quot;styleName&quot;:&quot;MONOCHROME_COLOR&quot;,&quot;index&quot;:0,&quot;color&quot;:&quot;#D0D3D6&quot;}]}},&quot;1932f651-c4f1-4d35-b0fd-b5b08c48950d&quot;:{&quot;type&quot;:&quot;FIGURE_OBJECT&quot;,&quot;id&quot;:&quot;1932f651-c4f1-4d35-b0fd-b5b08c48950d&quot;,&quot;parent&quot;:{&quot;type&quot;:&quot;CROP&quot;,&quot;parentId&quot;:&quot;86079875-03fb-4280-98d2-f080b423f5f8&quot;,&quot;order&quot;:&quot;5&quot;},&quot;relativeTransform&quot;:{&quot;translate&quot;:{&quot;x&quot;:207.47977963954807,&quot;y&quot;:727.1179789224996},&quot;rotate&quot;:6.283185307179586,&quot;skewX&quot;:5.3007730360127994e-17,&quot;scale&quot;:{&quot;x&quot;:-20.35766703517727,&quot;y&quot;:43.32677041866573}},&quot;path&quot;:{&quot;type&quot;:&quot;RECT&quot;,&quot;size&quot;:{&quot;x&quot;:2,&quot;y&quot;:2}},&quot;pathStyles&quot;:[{&quot;type&quot;:&quot;FILL&quot;,&quot;fillStyle&quot;:&quot;#fff&quot;}],&quot;isFrozen&quot;:tru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4e996dd9-027d-4605-ba0d-b88fbbf372d9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4e996dd9-027d-4605-ba0d-b88fbbf372d9&quot;:{&quot;relativeTransform&quot;:{&quot;translate&quot;:{&quot;x&quot;:-519.5590110791825,&quot;y&quot;:-41.380182935841866},&quot;rotate&quot;:1.5707963267948963,&quot;skewX&quot;:0,&quot;scale&quot;:{&quot;x&quot;:1,&quot;y&quot;:1}},&quot;type&quot;:&quot;FIGURE_OBJECT&quot;,&quot;id&quot;:&quot;4e996dd9-027d-4605-ba0d-b88fbbf372d9&quot;,&quot;opacity&quot;:1,&quot;path&quot;:{&quot;type&quot;:&quot;POLY_LINE&quot;,&quot;points&quot;:[{&quot;x&quot;:43.26182949327441,&quot;y&quot;:-162.92425962573006},{&quot;x&quot;:27.972931273704294,&quot;y&quot;:-186.18621201758017},{&quot;x&quot;:-7.19584713746431,&quot;y&quot;:-186.1862120175801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72361D00&quot;,&quot;1&quot;:&quot;#72361D&quot;,&quot;0.45&quot;:&quot;#72361D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82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1fd1e15a-1692-4c3e-8945-fe566989345f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1fd1e15a-1692-4c3e-8945-fe566989345f&quot;:{&quot;relativeTransform&quot;:{&quot;translate&quot;:{&quot;x&quot;:-104.43744863015365,&quot;y&quot;:-43.60186291135039},&quot;rotate&quot;:2.2418463642387554,&quot;skewX&quot;:0,&quot;scale&quot;:{&quot;x&quot;:1,&quot;y&quot;:1}},&quot;type&quot;:&quot;FIGURE_OBJECT&quot;,&quot;id&quot;:&quot;1fd1e15a-1692-4c3e-8945-fe566989345f&quot;,&quot;opacity&quot;:1,&quot;path&quot;:{&quot;type&quot;:&quot;POLY_LINE&quot;,&quot;points&quot;:[{&quot;x&quot;:63.279417584126115,&quot;y&quot;:-106.41156267293049},{&quot;x&quot;:40.916226147948294,&quot;y&quot;:-121.60476171232733},{&quot;x&quot;:-10.525422091868107,&quot;y&quot;:-121.6047617123273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13367A00&quot;,&quot;1&quot;:&quot;#13367A&quot;,&quot;0.45&quot;:&quot;#13367A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9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882d8baa-3f72-43ef-a78d-8cfd657dab0d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882d8baa-3f72-43ef-a78d-8cfd657dab0d&quot;:{&quot;relativeTransform&quot;:{&quot;translate&quot;:{&quot;x&quot;:187.2532508393531,&quot;y&quot;:-49.02348560198893},&quot;rotate&quot;:-2.343757569927394,&quot;skewX&quot;:0,&quot;scale&quot;:{&quot;x&quot;:1,&quot;y&quot;:1.0000000000000002}},&quot;type&quot;:&quot;FIGURE_OBJECT&quot;,&quot;id&quot;:&quot;882d8baa-3f72-43ef-a78d-8cfd657dab0d&quot;,&quot;opacity&quot;:1,&quot;path&quot;:{&quot;type&quot;:&quot;POLY_LINE&quot;,&quot;points&quot;:[{&quot;x&quot;:54.70878637331165,&quot;y&quot;:-106.41156267293049},{&quot;x&quot;:35.37448922557313,&quot;y&quot;:-121.60476171232733},{&quot;x&quot;:-9.09984779723062,&quot;y&quot;:-121.6047617123273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13367A00&quot;,&quot;1&quot;:&quot;#13367A&quot;,&quot;0.45&quot;:&quot;#13367A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92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db7feb78e1981e73110966"/>
  <p:tag name="FIGURESLIDEID" val="b15b33a2-3dce-487a-9233-a209c5b3ef57"/>
  <p:tag name="SELECTIONIDS" val="a51024d1-f190-428b-b276-1cd42e63dbe3"/>
  <p:tag name="TRANSPARENTBACKGROUND" val="true"/>
  <p:tag name="VERSION" val="1792927441211"/>
  <p:tag name="TITLE" val="Simple annual vs perennial grain"/>
  <p:tag name="CREATORNAME" val="Virginia Nichols"/>
  <p:tag name="DATEINSERTED" val="1792927442067"/>
  <p:tag name="DPI" val="300"/>
  <p:tag name="BIOJSON" val="{&quot;id&quot;:&quot;d50f1ebe-bc3b-4c84-8b4a-07be62f56daf&quot;,&quot;objects&quot;:{&quot;a51024d1-f190-428b-b276-1cd42e63dbe3&quot;:{&quot;relativeTransform&quot;:{&quot;translate&quot;:{&quot;x&quot;:65.09821348314603,&quot;y&quot;:-11.067831460674142},&quot;rotate&quot;:0,&quot;skewX&quot;:0,&quot;scale&quot;:{&quot;x&quot;:1,&quot;y&quot;:1}},&quot;type&quot;:&quot;FIGURE_OBJECT&quot;,&quot;id&quot;:&quot;a51024d1-f190-428b-b276-1cd42e63dbe3&quot;,&quot;opacity&quot;:1,&quot;path&quot;:{&quot;type&quot;:&quot;POLY_LINE&quot;,&quot;points&quot;:[{&quot;x&quot;:156.18773735750761,&quot;y&quot;:82.35591344783577},{&quot;x&quot;:212.80472457027048,&quot;y&quot;:59.24402607734142},{&quot;x&quot;:237.30748653999623,&quot;y&quot;:82.35591344783577},{&quot;x&quot;:209.82635017315374,&quot;y&quot;:112.58574549380701},{&quot;x&quot;:158.98017652022588,&quot;y&quot;:97.4043614388723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13367A00&quot;,&quot;1&quot;:&quot;#13367A&quot;,&quot;0.45&quot;:&quot;#13367A&quot;}},&quot;lineWidth&quot;:13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6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5b33a2-3dce-487a-9233-a209c5b3ef57&quot;,&quot;order&quot;:&quot;97&quot;},&quot;connectorInfo&quot;:{&quot;connectedObjects&quot;:[],&quot;type&quot;:&quot;QUADRATIC&quot;,&quot;offset&quot;:{&quot;x&quot;:0,&quot;y&quot;:0},&quot;bending&quot;:-0.1,&quot;firstElementIsHead&quot;:true,&quot;customized&quot;:true},&quot;name&quot;:&quot;Curving arrow (thick, faded, editable) 6&quot;,&quot;displayName&quot;:&quot;Curving arrow (thick, faded, editable) 6&quot;,&quot;source&quot;:{&quot;id&quot;:&quot;6269a161ceb6a1798ccc53be&quot;,&quot;type&quot;:&quot;ASSETS&quot;},&quot;isPremium&quot;:false},&quot;b15b33a2-3dce-487a-9233-a209c5b3ef57&quot;:{&quot;id&quot;:&quot;b15b33a2-3dce-487a-9233-a209c5b3ef5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d50f1ebe-bc3b-4c84-8b4a-07be62f56daf&quot;,&quot;order&quot;:&quot;7&quot;}},&quot;d50f1ebe-bc3b-4c84-8b4a-07be62f56daf&quot;:{&quot;id&quot;:&quot;d50f1ebe-bc3b-4c84-8b4a-07be62f56daf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238</Words>
  <Application>Microsoft Office PowerPoint</Application>
  <PresentationFormat>Widescreen</PresentationFormat>
  <Paragraphs>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Virginia Anne Nichols</dc:creator>
  <cp:keywords/>
  <dc:description>generated using python-pptx</dc:description>
  <cp:lastModifiedBy>Virginia Anne Nichols</cp:lastModifiedBy>
  <cp:revision>14</cp:revision>
  <dcterms:created xsi:type="dcterms:W3CDTF">2013-01-27T09:14:16Z</dcterms:created>
  <dcterms:modified xsi:type="dcterms:W3CDTF">2026-10-25T12:58:27Z</dcterms:modified>
  <cp:category/>
</cp:coreProperties>
</file>